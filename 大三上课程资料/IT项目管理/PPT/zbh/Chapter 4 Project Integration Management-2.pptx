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72" r:id="rId1"/>
    <p:sldMasterId id="2147483831" r:id="rId2"/>
  </p:sldMasterIdLst>
  <p:notesMasterIdLst>
    <p:notesMasterId r:id="rId48"/>
  </p:notesMasterIdLst>
  <p:handoutMasterIdLst>
    <p:handoutMasterId r:id="rId49"/>
  </p:handoutMasterIdLst>
  <p:sldIdLst>
    <p:sldId id="257" r:id="rId3"/>
    <p:sldId id="335" r:id="rId4"/>
    <p:sldId id="336" r:id="rId5"/>
    <p:sldId id="339" r:id="rId6"/>
    <p:sldId id="340" r:id="rId7"/>
    <p:sldId id="387" r:id="rId8"/>
    <p:sldId id="341" r:id="rId9"/>
    <p:sldId id="391" r:id="rId10"/>
    <p:sldId id="343" r:id="rId11"/>
    <p:sldId id="389" r:id="rId12"/>
    <p:sldId id="344" r:id="rId13"/>
    <p:sldId id="345" r:id="rId14"/>
    <p:sldId id="346" r:id="rId15"/>
    <p:sldId id="347" r:id="rId16"/>
    <p:sldId id="348" r:id="rId17"/>
    <p:sldId id="399" r:id="rId18"/>
    <p:sldId id="349" r:id="rId19"/>
    <p:sldId id="350" r:id="rId20"/>
    <p:sldId id="351" r:id="rId21"/>
    <p:sldId id="352" r:id="rId22"/>
    <p:sldId id="353" r:id="rId23"/>
    <p:sldId id="354" r:id="rId24"/>
    <p:sldId id="355" r:id="rId25"/>
    <p:sldId id="356" r:id="rId26"/>
    <p:sldId id="357" r:id="rId27"/>
    <p:sldId id="400" r:id="rId28"/>
    <p:sldId id="390" r:id="rId29"/>
    <p:sldId id="394" r:id="rId30"/>
    <p:sldId id="392" r:id="rId31"/>
    <p:sldId id="393" r:id="rId32"/>
    <p:sldId id="362" r:id="rId33"/>
    <p:sldId id="364" r:id="rId34"/>
    <p:sldId id="365" r:id="rId35"/>
    <p:sldId id="375" r:id="rId36"/>
    <p:sldId id="377" r:id="rId37"/>
    <p:sldId id="378" r:id="rId38"/>
    <p:sldId id="379" r:id="rId39"/>
    <p:sldId id="380" r:id="rId40"/>
    <p:sldId id="381" r:id="rId41"/>
    <p:sldId id="382" r:id="rId42"/>
    <p:sldId id="383" r:id="rId43"/>
    <p:sldId id="384" r:id="rId44"/>
    <p:sldId id="385" r:id="rId45"/>
    <p:sldId id="397" r:id="rId46"/>
    <p:sldId id="386" r:id="rId47"/>
  </p:sldIdLst>
  <p:sldSz cx="9144000" cy="6858000" type="screen4x3"/>
  <p:notesSz cx="6858000" cy="9144000"/>
  <p:defaultTextStyle>
    <a:defPPr>
      <a:defRPr lang="en-US"/>
    </a:defPPr>
    <a:lvl1pPr algn="l" rtl="0" fontAlgn="base">
      <a:spcBef>
        <a:spcPct val="0"/>
      </a:spcBef>
      <a:spcAft>
        <a:spcPct val="0"/>
      </a:spcAft>
      <a:defRPr sz="2200" kern="1200">
        <a:solidFill>
          <a:schemeClr val="tx1"/>
        </a:solidFill>
        <a:latin typeface="Arial" charset="0"/>
        <a:ea typeface="+mn-ea"/>
        <a:cs typeface="+mn-cs"/>
      </a:defRPr>
    </a:lvl1pPr>
    <a:lvl2pPr marL="457200" algn="l" rtl="0" fontAlgn="base">
      <a:spcBef>
        <a:spcPct val="0"/>
      </a:spcBef>
      <a:spcAft>
        <a:spcPct val="0"/>
      </a:spcAft>
      <a:defRPr sz="2200" kern="1200">
        <a:solidFill>
          <a:schemeClr val="tx1"/>
        </a:solidFill>
        <a:latin typeface="Arial" charset="0"/>
        <a:ea typeface="+mn-ea"/>
        <a:cs typeface="+mn-cs"/>
      </a:defRPr>
    </a:lvl2pPr>
    <a:lvl3pPr marL="914400" algn="l" rtl="0" fontAlgn="base">
      <a:spcBef>
        <a:spcPct val="0"/>
      </a:spcBef>
      <a:spcAft>
        <a:spcPct val="0"/>
      </a:spcAft>
      <a:defRPr sz="2200" kern="1200">
        <a:solidFill>
          <a:schemeClr val="tx1"/>
        </a:solidFill>
        <a:latin typeface="Arial" charset="0"/>
        <a:ea typeface="+mn-ea"/>
        <a:cs typeface="+mn-cs"/>
      </a:defRPr>
    </a:lvl3pPr>
    <a:lvl4pPr marL="1371600" algn="l" rtl="0" fontAlgn="base">
      <a:spcBef>
        <a:spcPct val="0"/>
      </a:spcBef>
      <a:spcAft>
        <a:spcPct val="0"/>
      </a:spcAft>
      <a:defRPr sz="2200" kern="1200">
        <a:solidFill>
          <a:schemeClr val="tx1"/>
        </a:solidFill>
        <a:latin typeface="Arial" charset="0"/>
        <a:ea typeface="+mn-ea"/>
        <a:cs typeface="+mn-cs"/>
      </a:defRPr>
    </a:lvl4pPr>
    <a:lvl5pPr marL="1828800" algn="l" rtl="0" fontAlgn="base">
      <a:spcBef>
        <a:spcPct val="0"/>
      </a:spcBef>
      <a:spcAft>
        <a:spcPct val="0"/>
      </a:spcAft>
      <a:defRPr sz="2200" kern="1200">
        <a:solidFill>
          <a:schemeClr val="tx1"/>
        </a:solidFill>
        <a:latin typeface="Arial" charset="0"/>
        <a:ea typeface="+mn-ea"/>
        <a:cs typeface="+mn-cs"/>
      </a:defRPr>
    </a:lvl5pPr>
    <a:lvl6pPr marL="2286000" algn="l" defTabSz="914400" rtl="0" eaLnBrk="1" latinLnBrk="0" hangingPunct="1">
      <a:defRPr sz="2200" kern="1200">
        <a:solidFill>
          <a:schemeClr val="tx1"/>
        </a:solidFill>
        <a:latin typeface="Arial" charset="0"/>
        <a:ea typeface="+mn-ea"/>
        <a:cs typeface="+mn-cs"/>
      </a:defRPr>
    </a:lvl6pPr>
    <a:lvl7pPr marL="2743200" algn="l" defTabSz="914400" rtl="0" eaLnBrk="1" latinLnBrk="0" hangingPunct="1">
      <a:defRPr sz="2200" kern="1200">
        <a:solidFill>
          <a:schemeClr val="tx1"/>
        </a:solidFill>
        <a:latin typeface="Arial" charset="0"/>
        <a:ea typeface="+mn-ea"/>
        <a:cs typeface="+mn-cs"/>
      </a:defRPr>
    </a:lvl7pPr>
    <a:lvl8pPr marL="3200400" algn="l" defTabSz="914400" rtl="0" eaLnBrk="1" latinLnBrk="0" hangingPunct="1">
      <a:defRPr sz="2200" kern="1200">
        <a:solidFill>
          <a:schemeClr val="tx1"/>
        </a:solidFill>
        <a:latin typeface="Arial" charset="0"/>
        <a:ea typeface="+mn-ea"/>
        <a:cs typeface="+mn-cs"/>
      </a:defRPr>
    </a:lvl8pPr>
    <a:lvl9pPr marL="3657600" algn="l" defTabSz="914400" rtl="0" eaLnBrk="1" latinLnBrk="0" hangingPunct="1">
      <a:defRPr sz="2200"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666699"/>
    <a:srgbClr val="5B53FF"/>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0986" autoAdjust="0"/>
    <p:restoredTop sz="94551" autoAdjust="0"/>
  </p:normalViewPr>
  <p:slideViewPr>
    <p:cSldViewPr>
      <p:cViewPr varScale="1">
        <p:scale>
          <a:sx n="68" d="100"/>
          <a:sy n="68" d="100"/>
        </p:scale>
        <p:origin x="66" y="100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9322"/>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presProps" Target="presProp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tableStyles" Target="tableStyles.xml"/><Relationship Id="rId5" Type="http://schemas.openxmlformats.org/officeDocument/2006/relationships/slide" Target="slides/slide3.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notesMaster" Target="notesMasters/notesMaster1.xml"/><Relationship Id="rId8" Type="http://schemas.openxmlformats.org/officeDocument/2006/relationships/slide" Target="slides/slide6.xml"/><Relationship Id="rId51" Type="http://schemas.openxmlformats.org/officeDocument/2006/relationships/viewProps" Target="viewProps.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20" Type="http://schemas.openxmlformats.org/officeDocument/2006/relationships/slide" Target="slides/slide18.xml"/><Relationship Id="rId41" Type="http://schemas.openxmlformats.org/officeDocument/2006/relationships/slide" Target="slides/slide39.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9394"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nSpc>
                <a:spcPct val="100000"/>
              </a:lnSpc>
              <a:spcBef>
                <a:spcPct val="0"/>
              </a:spcBef>
              <a:buFontTx/>
              <a:buNone/>
              <a:defRPr sz="1200">
                <a:latin typeface="Times New Roman" pitchFamily="18" charset="0"/>
              </a:defRPr>
            </a:lvl1pPr>
          </a:lstStyle>
          <a:p>
            <a:pPr>
              <a:defRPr/>
            </a:pPr>
            <a:endParaRPr lang="en-US" dirty="0"/>
          </a:p>
        </p:txBody>
      </p:sp>
      <p:sp>
        <p:nvSpPr>
          <p:cNvPr id="59395" name="Rectangle 3"/>
          <p:cNvSpPr>
            <a:spLocks noGrp="1" noChangeArrowheads="1"/>
          </p:cNvSpPr>
          <p:nvPr>
            <p:ph type="dt" sz="quarter" idx="1"/>
          </p:nvPr>
        </p:nvSpPr>
        <p:spPr bwMode="auto">
          <a:xfrm>
            <a:off x="388620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lnSpc>
                <a:spcPct val="100000"/>
              </a:lnSpc>
              <a:spcBef>
                <a:spcPct val="0"/>
              </a:spcBef>
              <a:buFontTx/>
              <a:buNone/>
              <a:defRPr sz="1200">
                <a:latin typeface="Times New Roman" pitchFamily="18" charset="0"/>
              </a:defRPr>
            </a:lvl1pPr>
          </a:lstStyle>
          <a:p>
            <a:pPr>
              <a:defRPr/>
            </a:pPr>
            <a:endParaRPr lang="en-US" dirty="0"/>
          </a:p>
        </p:txBody>
      </p:sp>
      <p:sp>
        <p:nvSpPr>
          <p:cNvPr id="59396" name="Rectangle 4"/>
          <p:cNvSpPr>
            <a:spLocks noGrp="1" noChangeArrowheads="1"/>
          </p:cNvSpPr>
          <p:nvPr>
            <p:ph type="ftr" sz="quarter" idx="2"/>
          </p:nvPr>
        </p:nvSpPr>
        <p:spPr bwMode="auto">
          <a:xfrm>
            <a:off x="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nSpc>
                <a:spcPct val="100000"/>
              </a:lnSpc>
              <a:spcBef>
                <a:spcPct val="0"/>
              </a:spcBef>
              <a:buFontTx/>
              <a:buNone/>
              <a:defRPr sz="1200">
                <a:latin typeface="Times New Roman" pitchFamily="18" charset="0"/>
              </a:defRPr>
            </a:lvl1pPr>
          </a:lstStyle>
          <a:p>
            <a:pPr>
              <a:defRPr/>
            </a:pPr>
            <a:endParaRPr lang="en-US" dirty="0"/>
          </a:p>
        </p:txBody>
      </p:sp>
      <p:sp>
        <p:nvSpPr>
          <p:cNvPr id="59397" name="Rectangle 5"/>
          <p:cNvSpPr>
            <a:spLocks noGrp="1" noChangeArrowheads="1"/>
          </p:cNvSpPr>
          <p:nvPr>
            <p:ph type="sldNum" sz="quarter" idx="3"/>
          </p:nvPr>
        </p:nvSpPr>
        <p:spPr bwMode="auto">
          <a:xfrm>
            <a:off x="388620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lnSpc>
                <a:spcPct val="100000"/>
              </a:lnSpc>
              <a:spcBef>
                <a:spcPct val="0"/>
              </a:spcBef>
              <a:buFontTx/>
              <a:buNone/>
              <a:defRPr sz="1200">
                <a:latin typeface="Times New Roman" pitchFamily="18" charset="0"/>
              </a:defRPr>
            </a:lvl1pPr>
          </a:lstStyle>
          <a:p>
            <a:pPr>
              <a:defRPr/>
            </a:pPr>
            <a:fld id="{28799455-E484-48D7-B4B2-27B4F840016D}" type="slidenum">
              <a:rPr lang="en-US"/>
              <a:pPr>
                <a:defRPr/>
              </a:pPr>
              <a:t>‹#›</a:t>
            </a:fld>
            <a:endParaRPr lang="en-US" dirty="0"/>
          </a:p>
        </p:txBody>
      </p:sp>
    </p:spTree>
    <p:extLst>
      <p:ext uri="{BB962C8B-B14F-4D97-AF65-F5344CB8AC3E}">
        <p14:creationId xmlns:p14="http://schemas.microsoft.com/office/powerpoint/2010/main" val="64906816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6866"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nSpc>
                <a:spcPct val="100000"/>
              </a:lnSpc>
              <a:spcBef>
                <a:spcPct val="0"/>
              </a:spcBef>
              <a:buFontTx/>
              <a:buNone/>
              <a:defRPr sz="1200">
                <a:latin typeface="Times New Roman" pitchFamily="18" charset="0"/>
              </a:defRPr>
            </a:lvl1pPr>
          </a:lstStyle>
          <a:p>
            <a:pPr>
              <a:defRPr/>
            </a:pPr>
            <a:endParaRPr lang="en-US" dirty="0"/>
          </a:p>
        </p:txBody>
      </p:sp>
      <p:sp>
        <p:nvSpPr>
          <p:cNvPr id="36867" name="Rectangle 3"/>
          <p:cNvSpPr>
            <a:spLocks noGrp="1" noChangeArrowheads="1"/>
          </p:cNvSpPr>
          <p:nvPr>
            <p:ph type="dt" idx="1"/>
          </p:nvPr>
        </p:nvSpPr>
        <p:spPr bwMode="auto">
          <a:xfrm>
            <a:off x="388620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lnSpc>
                <a:spcPct val="100000"/>
              </a:lnSpc>
              <a:spcBef>
                <a:spcPct val="0"/>
              </a:spcBef>
              <a:buFontTx/>
              <a:buNone/>
              <a:defRPr sz="1200">
                <a:latin typeface="Times New Roman" pitchFamily="18" charset="0"/>
              </a:defRPr>
            </a:lvl1pPr>
          </a:lstStyle>
          <a:p>
            <a:pPr>
              <a:defRPr/>
            </a:pPr>
            <a:endParaRPr lang="en-US" dirty="0"/>
          </a:p>
        </p:txBody>
      </p:sp>
      <p:sp>
        <p:nvSpPr>
          <p:cNvPr id="62468"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p:spPr>
      </p:sp>
      <p:sp>
        <p:nvSpPr>
          <p:cNvPr id="36869" name="Rectangle 5"/>
          <p:cNvSpPr>
            <a:spLocks noGrp="1" noChangeArrowheads="1"/>
          </p:cNvSpPr>
          <p:nvPr>
            <p:ph type="body" sz="quarter" idx="3"/>
          </p:nvPr>
        </p:nvSpPr>
        <p:spPr bwMode="auto">
          <a:xfrm>
            <a:off x="914400" y="4343400"/>
            <a:ext cx="50292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36870" name="Rectangle 6"/>
          <p:cNvSpPr>
            <a:spLocks noGrp="1" noChangeArrowheads="1"/>
          </p:cNvSpPr>
          <p:nvPr>
            <p:ph type="ftr" sz="quarter" idx="4"/>
          </p:nvPr>
        </p:nvSpPr>
        <p:spPr bwMode="auto">
          <a:xfrm>
            <a:off x="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nSpc>
                <a:spcPct val="100000"/>
              </a:lnSpc>
              <a:spcBef>
                <a:spcPct val="0"/>
              </a:spcBef>
              <a:buFontTx/>
              <a:buNone/>
              <a:defRPr sz="1200">
                <a:latin typeface="Times New Roman" pitchFamily="18" charset="0"/>
              </a:defRPr>
            </a:lvl1pPr>
          </a:lstStyle>
          <a:p>
            <a:pPr>
              <a:defRPr/>
            </a:pPr>
            <a:endParaRPr lang="en-US" dirty="0"/>
          </a:p>
        </p:txBody>
      </p:sp>
      <p:sp>
        <p:nvSpPr>
          <p:cNvPr id="36871" name="Rectangle 7"/>
          <p:cNvSpPr>
            <a:spLocks noGrp="1" noChangeArrowheads="1"/>
          </p:cNvSpPr>
          <p:nvPr>
            <p:ph type="sldNum" sz="quarter" idx="5"/>
          </p:nvPr>
        </p:nvSpPr>
        <p:spPr bwMode="auto">
          <a:xfrm>
            <a:off x="388620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lnSpc>
                <a:spcPct val="100000"/>
              </a:lnSpc>
              <a:spcBef>
                <a:spcPct val="0"/>
              </a:spcBef>
              <a:buFontTx/>
              <a:buNone/>
              <a:defRPr sz="1200">
                <a:latin typeface="Times New Roman" pitchFamily="18" charset="0"/>
              </a:defRPr>
            </a:lvl1pPr>
          </a:lstStyle>
          <a:p>
            <a:pPr>
              <a:defRPr/>
            </a:pPr>
            <a:fld id="{3184235F-ECE1-4BE8-8BAF-E29AC9805E20}" type="slidenum">
              <a:rPr lang="en-US"/>
              <a:pPr>
                <a:defRPr/>
              </a:pPr>
              <a:t>‹#›</a:t>
            </a:fld>
            <a:endParaRPr lang="en-US" dirty="0"/>
          </a:p>
        </p:txBody>
      </p:sp>
    </p:spTree>
    <p:extLst>
      <p:ext uri="{BB962C8B-B14F-4D97-AF65-F5344CB8AC3E}">
        <p14:creationId xmlns:p14="http://schemas.microsoft.com/office/powerpoint/2010/main" val="1403900212"/>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Slide Image Placeholder 1"/>
          <p:cNvSpPr>
            <a:spLocks noGrp="1" noRot="1" noChangeAspect="1" noTextEdit="1"/>
          </p:cNvSpPr>
          <p:nvPr>
            <p:ph type="sldImg"/>
          </p:nvPr>
        </p:nvSpPr>
        <p:spPr>
          <a:ln/>
        </p:spPr>
      </p:sp>
      <p:sp>
        <p:nvSpPr>
          <p:cNvPr id="63491" name="Notes Placeholder 2"/>
          <p:cNvSpPr>
            <a:spLocks noGrp="1"/>
          </p:cNvSpPr>
          <p:nvPr>
            <p:ph type="body" idx="1"/>
          </p:nvPr>
        </p:nvSpPr>
        <p:spPr>
          <a:noFill/>
          <a:ln/>
        </p:spPr>
        <p:txBody>
          <a:bodyPr/>
          <a:lstStyle/>
          <a:p>
            <a:pPr eaLnBrk="1" hangingPunct="1"/>
            <a:endParaRPr lang="en-US" dirty="0"/>
          </a:p>
        </p:txBody>
      </p:sp>
      <p:sp>
        <p:nvSpPr>
          <p:cNvPr id="63492" name="Slide Number Placeholder 3"/>
          <p:cNvSpPr>
            <a:spLocks noGrp="1"/>
          </p:cNvSpPr>
          <p:nvPr>
            <p:ph type="sldNum" sz="quarter" idx="5"/>
          </p:nvPr>
        </p:nvSpPr>
        <p:spPr>
          <a:noFill/>
        </p:spPr>
        <p:txBody>
          <a:bodyPr/>
          <a:lstStyle/>
          <a:p>
            <a:fld id="{597EBF9E-79B8-47AA-AB6E-92778F1771C1}" type="slidenum">
              <a:rPr lang="en-US" smtClean="0"/>
              <a:pPr/>
              <a:t>1</a:t>
            </a:fld>
            <a:endParaRPr lang="en-US" dirty="0"/>
          </a:p>
        </p:txBody>
      </p:sp>
    </p:spTree>
    <p:extLst>
      <p:ext uri="{BB962C8B-B14F-4D97-AF65-F5344CB8AC3E}">
        <p14:creationId xmlns:p14="http://schemas.microsoft.com/office/powerpoint/2010/main" val="328866268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lvl1pPr>
              <a:defRPr/>
            </a:lvl1pPr>
          </a:lstStyle>
          <a:p>
            <a:pPr>
              <a:defRPr/>
            </a:pPr>
            <a:endParaRPr lang="en-US" dirty="0"/>
          </a:p>
        </p:txBody>
      </p:sp>
      <p:sp>
        <p:nvSpPr>
          <p:cNvPr id="5" name="Footer Placeholder 4"/>
          <p:cNvSpPr>
            <a:spLocks noGrp="1"/>
          </p:cNvSpPr>
          <p:nvPr>
            <p:ph type="ftr" sz="quarter" idx="11"/>
          </p:nvPr>
        </p:nvSpPr>
        <p:spPr/>
        <p:txBody>
          <a:bodyPr/>
          <a:lstStyle>
            <a:lvl1pPr>
              <a:defRPr/>
            </a:lvl1pPr>
          </a:lstStyle>
          <a:p>
            <a:pPr>
              <a:defRPr/>
            </a:pPr>
            <a:r>
              <a:rPr lang="en-US"/>
              <a:t>Information Technology Project Management, Seventh Edition</a:t>
            </a:r>
            <a:endParaRPr lang="en-US" dirty="0"/>
          </a:p>
        </p:txBody>
      </p:sp>
      <p:sp>
        <p:nvSpPr>
          <p:cNvPr id="6" name="Slide Number Placeholder 5"/>
          <p:cNvSpPr>
            <a:spLocks noGrp="1"/>
          </p:cNvSpPr>
          <p:nvPr>
            <p:ph type="sldNum" sz="quarter" idx="12"/>
          </p:nvPr>
        </p:nvSpPr>
        <p:spPr/>
        <p:txBody>
          <a:bodyPr/>
          <a:lstStyle>
            <a:lvl1pPr>
              <a:defRPr/>
            </a:lvl1pPr>
          </a:lstStyle>
          <a:p>
            <a:pPr>
              <a:defRPr/>
            </a:pPr>
            <a:fld id="{7EE5422C-A3D6-4174-9638-FCF5DC56E597}" type="slidenum">
              <a:rPr lang="en-US"/>
              <a:pPr>
                <a:defRPr/>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endParaRPr lang="en-US" dirty="0"/>
          </a:p>
        </p:txBody>
      </p:sp>
      <p:sp>
        <p:nvSpPr>
          <p:cNvPr id="5" name="Footer Placeholder 4"/>
          <p:cNvSpPr>
            <a:spLocks noGrp="1"/>
          </p:cNvSpPr>
          <p:nvPr>
            <p:ph type="ftr" sz="quarter" idx="11"/>
          </p:nvPr>
        </p:nvSpPr>
        <p:spPr/>
        <p:txBody>
          <a:bodyPr/>
          <a:lstStyle>
            <a:lvl1pPr>
              <a:defRPr/>
            </a:lvl1pPr>
          </a:lstStyle>
          <a:p>
            <a:pPr>
              <a:defRPr/>
            </a:pPr>
            <a:r>
              <a:rPr lang="en-US"/>
              <a:t>Information Technology Project Management, Seventh Edition</a:t>
            </a:r>
            <a:endParaRPr lang="en-US" dirty="0"/>
          </a:p>
        </p:txBody>
      </p:sp>
      <p:sp>
        <p:nvSpPr>
          <p:cNvPr id="6" name="Slide Number Placeholder 5"/>
          <p:cNvSpPr>
            <a:spLocks noGrp="1"/>
          </p:cNvSpPr>
          <p:nvPr>
            <p:ph type="sldNum" sz="quarter" idx="12"/>
          </p:nvPr>
        </p:nvSpPr>
        <p:spPr/>
        <p:txBody>
          <a:bodyPr/>
          <a:lstStyle>
            <a:lvl1pPr>
              <a:defRPr/>
            </a:lvl1pPr>
          </a:lstStyle>
          <a:p>
            <a:pPr>
              <a:defRPr/>
            </a:pPr>
            <a:fld id="{39944E1B-9771-4FC4-AD8A-F994E9D70635}" type="slidenum">
              <a:rPr lang="en-US"/>
              <a:pPr>
                <a:defRPr/>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pPr>
              <a:defRPr/>
            </a:pPr>
            <a:endParaRPr lang="en-US" dirty="0"/>
          </a:p>
        </p:txBody>
      </p:sp>
      <p:sp>
        <p:nvSpPr>
          <p:cNvPr id="5" name="Footer Placeholder 4"/>
          <p:cNvSpPr>
            <a:spLocks noGrp="1"/>
          </p:cNvSpPr>
          <p:nvPr>
            <p:ph type="ftr" sz="quarter" idx="11"/>
          </p:nvPr>
        </p:nvSpPr>
        <p:spPr/>
        <p:txBody>
          <a:bodyPr/>
          <a:lstStyle>
            <a:lvl1pPr>
              <a:defRPr/>
            </a:lvl1pPr>
          </a:lstStyle>
          <a:p>
            <a:pPr>
              <a:defRPr/>
            </a:pPr>
            <a:r>
              <a:rPr lang="en-US"/>
              <a:t>Information Technology Project Management, Seventh Edition</a:t>
            </a:r>
            <a:endParaRPr lang="en-US" dirty="0"/>
          </a:p>
        </p:txBody>
      </p:sp>
      <p:sp>
        <p:nvSpPr>
          <p:cNvPr id="6" name="Slide Number Placeholder 5"/>
          <p:cNvSpPr>
            <a:spLocks noGrp="1"/>
          </p:cNvSpPr>
          <p:nvPr>
            <p:ph type="sldNum" sz="quarter" idx="12"/>
          </p:nvPr>
        </p:nvSpPr>
        <p:spPr/>
        <p:txBody>
          <a:bodyPr/>
          <a:lstStyle>
            <a:lvl1pPr>
              <a:defRPr/>
            </a:lvl1pPr>
          </a:lstStyle>
          <a:p>
            <a:pPr>
              <a:defRPr/>
            </a:pPr>
            <a:fld id="{AAEC6576-CCC7-4A49-9300-5D4A8C0C3FCD}" type="slidenum">
              <a:rPr lang="en-US"/>
              <a:pPr>
                <a:defRPr/>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p:cNvSpPr>
            <a:spLocks noGrp="1"/>
          </p:cNvSpPr>
          <p:nvPr>
            <p:ph type="dt" sz="half" idx="10"/>
          </p:nvPr>
        </p:nvSpPr>
        <p:spPr/>
        <p:txBody>
          <a:bodyPr/>
          <a:lstStyle>
            <a:lvl1pPr>
              <a:defRPr/>
            </a:lvl1pPr>
          </a:lstStyle>
          <a:p>
            <a:pPr>
              <a:defRPr/>
            </a:pPr>
            <a:endParaRPr lang="en-US" dirty="0"/>
          </a:p>
        </p:txBody>
      </p:sp>
      <p:sp>
        <p:nvSpPr>
          <p:cNvPr id="6" name="Footer Placeholder 4"/>
          <p:cNvSpPr>
            <a:spLocks noGrp="1"/>
          </p:cNvSpPr>
          <p:nvPr>
            <p:ph type="ftr" sz="quarter" idx="11"/>
          </p:nvPr>
        </p:nvSpPr>
        <p:spPr/>
        <p:txBody>
          <a:bodyPr/>
          <a:lstStyle>
            <a:lvl1pPr>
              <a:defRPr/>
            </a:lvl1pPr>
          </a:lstStyle>
          <a:p>
            <a:pPr>
              <a:defRPr/>
            </a:pPr>
            <a:r>
              <a:rPr lang="en-US"/>
              <a:t>Information Technology Project Management, Seventh Edition</a:t>
            </a:r>
            <a:endParaRPr lang="en-US" dirty="0"/>
          </a:p>
        </p:txBody>
      </p:sp>
      <p:sp>
        <p:nvSpPr>
          <p:cNvPr id="7" name="Slide Number Placeholder 5"/>
          <p:cNvSpPr>
            <a:spLocks noGrp="1"/>
          </p:cNvSpPr>
          <p:nvPr>
            <p:ph type="sldNum" sz="quarter" idx="12"/>
          </p:nvPr>
        </p:nvSpPr>
        <p:spPr/>
        <p:txBody>
          <a:bodyPr/>
          <a:lstStyle>
            <a:lvl1pPr>
              <a:defRPr/>
            </a:lvl1pPr>
          </a:lstStyle>
          <a:p>
            <a:pPr>
              <a:defRPr/>
            </a:pPr>
            <a:fld id="{F2CF7F4D-3FF6-43A6-95C4-A0F445624490}" type="slidenum">
              <a:rPr lang="en-US"/>
              <a:pPr>
                <a:defRPr/>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p:cNvSpPr>
            <a:spLocks noGrp="1"/>
          </p:cNvSpPr>
          <p:nvPr>
            <p:ph type="dt" sz="half" idx="10"/>
          </p:nvPr>
        </p:nvSpPr>
        <p:spPr/>
        <p:txBody>
          <a:bodyPr/>
          <a:lstStyle>
            <a:lvl1pPr>
              <a:defRPr/>
            </a:lvl1pPr>
          </a:lstStyle>
          <a:p>
            <a:pPr>
              <a:defRPr/>
            </a:pPr>
            <a:endParaRPr lang="en-US" dirty="0"/>
          </a:p>
        </p:txBody>
      </p:sp>
      <p:sp>
        <p:nvSpPr>
          <p:cNvPr id="8" name="Footer Placeholder 4"/>
          <p:cNvSpPr>
            <a:spLocks noGrp="1"/>
          </p:cNvSpPr>
          <p:nvPr>
            <p:ph type="ftr" sz="quarter" idx="11"/>
          </p:nvPr>
        </p:nvSpPr>
        <p:spPr/>
        <p:txBody>
          <a:bodyPr/>
          <a:lstStyle>
            <a:lvl1pPr>
              <a:defRPr/>
            </a:lvl1pPr>
          </a:lstStyle>
          <a:p>
            <a:pPr>
              <a:defRPr/>
            </a:pPr>
            <a:r>
              <a:rPr lang="en-US"/>
              <a:t>Information Technology Project Management, Seventh Edition</a:t>
            </a:r>
            <a:endParaRPr lang="en-US" dirty="0"/>
          </a:p>
        </p:txBody>
      </p:sp>
      <p:sp>
        <p:nvSpPr>
          <p:cNvPr id="9" name="Slide Number Placeholder 5"/>
          <p:cNvSpPr>
            <a:spLocks noGrp="1"/>
          </p:cNvSpPr>
          <p:nvPr>
            <p:ph type="sldNum" sz="quarter" idx="12"/>
          </p:nvPr>
        </p:nvSpPr>
        <p:spPr/>
        <p:txBody>
          <a:bodyPr/>
          <a:lstStyle>
            <a:lvl1pPr>
              <a:defRPr/>
            </a:lvl1pPr>
          </a:lstStyle>
          <a:p>
            <a:pPr>
              <a:defRPr/>
            </a:pPr>
            <a:fld id="{D369936D-4006-447B-98FA-06B4AD980D9C}" type="slidenum">
              <a:rPr lang="en-US"/>
              <a:pPr>
                <a:defRPr/>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p:cNvSpPr>
            <a:spLocks noGrp="1"/>
          </p:cNvSpPr>
          <p:nvPr>
            <p:ph type="dt" sz="half" idx="10"/>
          </p:nvPr>
        </p:nvSpPr>
        <p:spPr/>
        <p:txBody>
          <a:bodyPr/>
          <a:lstStyle>
            <a:lvl1pPr>
              <a:defRPr/>
            </a:lvl1pPr>
          </a:lstStyle>
          <a:p>
            <a:pPr>
              <a:defRPr/>
            </a:pPr>
            <a:endParaRPr lang="en-US" dirty="0"/>
          </a:p>
        </p:txBody>
      </p:sp>
      <p:sp>
        <p:nvSpPr>
          <p:cNvPr id="4" name="Footer Placeholder 4"/>
          <p:cNvSpPr>
            <a:spLocks noGrp="1"/>
          </p:cNvSpPr>
          <p:nvPr>
            <p:ph type="ftr" sz="quarter" idx="11"/>
          </p:nvPr>
        </p:nvSpPr>
        <p:spPr/>
        <p:txBody>
          <a:bodyPr/>
          <a:lstStyle>
            <a:lvl1pPr>
              <a:defRPr/>
            </a:lvl1pPr>
          </a:lstStyle>
          <a:p>
            <a:pPr>
              <a:defRPr/>
            </a:pPr>
            <a:r>
              <a:rPr lang="en-US"/>
              <a:t>Information Technology Project Management, Seventh Edition</a:t>
            </a:r>
            <a:endParaRPr lang="en-US" dirty="0"/>
          </a:p>
        </p:txBody>
      </p:sp>
      <p:sp>
        <p:nvSpPr>
          <p:cNvPr id="5" name="Slide Number Placeholder 5"/>
          <p:cNvSpPr>
            <a:spLocks noGrp="1"/>
          </p:cNvSpPr>
          <p:nvPr>
            <p:ph type="sldNum" sz="quarter" idx="12"/>
          </p:nvPr>
        </p:nvSpPr>
        <p:spPr/>
        <p:txBody>
          <a:bodyPr/>
          <a:lstStyle>
            <a:lvl1pPr>
              <a:defRPr/>
            </a:lvl1pPr>
          </a:lstStyle>
          <a:p>
            <a:pPr>
              <a:defRPr/>
            </a:pPr>
            <a:fld id="{E6A05362-07AE-46AF-A279-AD4E819CBD93}" type="slidenum">
              <a:rPr lang="en-US"/>
              <a:pPr>
                <a:defRPr/>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endParaRPr lang="en-US" dirty="0"/>
          </a:p>
        </p:txBody>
      </p:sp>
      <p:sp>
        <p:nvSpPr>
          <p:cNvPr id="3" name="Footer Placeholder 4"/>
          <p:cNvSpPr>
            <a:spLocks noGrp="1"/>
          </p:cNvSpPr>
          <p:nvPr>
            <p:ph type="ftr" sz="quarter" idx="11"/>
          </p:nvPr>
        </p:nvSpPr>
        <p:spPr/>
        <p:txBody>
          <a:bodyPr/>
          <a:lstStyle>
            <a:lvl1pPr>
              <a:defRPr/>
            </a:lvl1pPr>
          </a:lstStyle>
          <a:p>
            <a:pPr>
              <a:defRPr/>
            </a:pPr>
            <a:r>
              <a:rPr lang="en-US"/>
              <a:t>Information Technology Project Management, Seventh Edition</a:t>
            </a:r>
            <a:endParaRPr lang="en-US" dirty="0"/>
          </a:p>
        </p:txBody>
      </p:sp>
      <p:sp>
        <p:nvSpPr>
          <p:cNvPr id="4" name="Slide Number Placeholder 5"/>
          <p:cNvSpPr>
            <a:spLocks noGrp="1"/>
          </p:cNvSpPr>
          <p:nvPr>
            <p:ph type="sldNum" sz="quarter" idx="12"/>
          </p:nvPr>
        </p:nvSpPr>
        <p:spPr/>
        <p:txBody>
          <a:bodyPr/>
          <a:lstStyle>
            <a:lvl1pPr>
              <a:defRPr/>
            </a:lvl1pPr>
          </a:lstStyle>
          <a:p>
            <a:pPr>
              <a:defRPr/>
            </a:pPr>
            <a:fld id="{29287C05-0F34-4950-B296-371F2131F88A}" type="slidenum">
              <a:rPr lang="en-US"/>
              <a:pPr>
                <a:defRPr/>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endParaRPr lang="en-US" dirty="0"/>
          </a:p>
        </p:txBody>
      </p:sp>
      <p:sp>
        <p:nvSpPr>
          <p:cNvPr id="6" name="Footer Placeholder 4"/>
          <p:cNvSpPr>
            <a:spLocks noGrp="1"/>
          </p:cNvSpPr>
          <p:nvPr>
            <p:ph type="ftr" sz="quarter" idx="11"/>
          </p:nvPr>
        </p:nvSpPr>
        <p:spPr/>
        <p:txBody>
          <a:bodyPr/>
          <a:lstStyle>
            <a:lvl1pPr>
              <a:defRPr/>
            </a:lvl1pPr>
          </a:lstStyle>
          <a:p>
            <a:pPr>
              <a:defRPr/>
            </a:pPr>
            <a:r>
              <a:rPr lang="en-US"/>
              <a:t>Information Technology Project Management, Seventh Edition</a:t>
            </a:r>
            <a:endParaRPr lang="en-US" dirty="0"/>
          </a:p>
        </p:txBody>
      </p:sp>
      <p:sp>
        <p:nvSpPr>
          <p:cNvPr id="7" name="Slide Number Placeholder 5"/>
          <p:cNvSpPr>
            <a:spLocks noGrp="1"/>
          </p:cNvSpPr>
          <p:nvPr>
            <p:ph type="sldNum" sz="quarter" idx="12"/>
          </p:nvPr>
        </p:nvSpPr>
        <p:spPr/>
        <p:txBody>
          <a:bodyPr/>
          <a:lstStyle>
            <a:lvl1pPr>
              <a:defRPr/>
            </a:lvl1pPr>
          </a:lstStyle>
          <a:p>
            <a:pPr>
              <a:defRPr/>
            </a:pPr>
            <a:fld id="{75E4512B-0B1B-484E-988E-3B1C4969C8AE}" type="slidenum">
              <a:rPr lang="en-US"/>
              <a:pPr>
                <a:defRPr/>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endParaRPr lang="en-US" dirty="0"/>
          </a:p>
        </p:txBody>
      </p:sp>
      <p:sp>
        <p:nvSpPr>
          <p:cNvPr id="6" name="Footer Placeholder 4"/>
          <p:cNvSpPr>
            <a:spLocks noGrp="1"/>
          </p:cNvSpPr>
          <p:nvPr>
            <p:ph type="ftr" sz="quarter" idx="11"/>
          </p:nvPr>
        </p:nvSpPr>
        <p:spPr/>
        <p:txBody>
          <a:bodyPr/>
          <a:lstStyle>
            <a:lvl1pPr>
              <a:defRPr/>
            </a:lvl1pPr>
          </a:lstStyle>
          <a:p>
            <a:pPr>
              <a:defRPr/>
            </a:pPr>
            <a:r>
              <a:rPr lang="en-US"/>
              <a:t>Information Technology Project Management, Seventh Edition</a:t>
            </a:r>
            <a:endParaRPr lang="en-US" dirty="0"/>
          </a:p>
        </p:txBody>
      </p:sp>
      <p:sp>
        <p:nvSpPr>
          <p:cNvPr id="7" name="Slide Number Placeholder 5"/>
          <p:cNvSpPr>
            <a:spLocks noGrp="1"/>
          </p:cNvSpPr>
          <p:nvPr>
            <p:ph type="sldNum" sz="quarter" idx="12"/>
          </p:nvPr>
        </p:nvSpPr>
        <p:spPr/>
        <p:txBody>
          <a:bodyPr/>
          <a:lstStyle>
            <a:lvl1pPr>
              <a:defRPr/>
            </a:lvl1pPr>
          </a:lstStyle>
          <a:p>
            <a:pPr>
              <a:defRPr/>
            </a:pPr>
            <a:fld id="{834E609A-7A24-4D1A-B4F5-D3869A206C5A}" type="slidenum">
              <a:rPr lang="en-US"/>
              <a:pPr>
                <a:defRPr/>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endParaRPr lang="en-US" dirty="0"/>
          </a:p>
        </p:txBody>
      </p:sp>
      <p:sp>
        <p:nvSpPr>
          <p:cNvPr id="5" name="Footer Placeholder 4"/>
          <p:cNvSpPr>
            <a:spLocks noGrp="1"/>
          </p:cNvSpPr>
          <p:nvPr>
            <p:ph type="ftr" sz="quarter" idx="11"/>
          </p:nvPr>
        </p:nvSpPr>
        <p:spPr/>
        <p:txBody>
          <a:bodyPr/>
          <a:lstStyle>
            <a:lvl1pPr>
              <a:defRPr/>
            </a:lvl1pPr>
          </a:lstStyle>
          <a:p>
            <a:pPr>
              <a:defRPr/>
            </a:pPr>
            <a:r>
              <a:rPr lang="en-US"/>
              <a:t>Information Technology Project Management, Seventh Edition</a:t>
            </a:r>
            <a:endParaRPr lang="en-US" dirty="0"/>
          </a:p>
        </p:txBody>
      </p:sp>
      <p:sp>
        <p:nvSpPr>
          <p:cNvPr id="6" name="Slide Number Placeholder 5"/>
          <p:cNvSpPr>
            <a:spLocks noGrp="1"/>
          </p:cNvSpPr>
          <p:nvPr>
            <p:ph type="sldNum" sz="quarter" idx="12"/>
          </p:nvPr>
        </p:nvSpPr>
        <p:spPr/>
        <p:txBody>
          <a:bodyPr/>
          <a:lstStyle>
            <a:lvl1pPr>
              <a:defRPr/>
            </a:lvl1pPr>
          </a:lstStyle>
          <a:p>
            <a:pPr>
              <a:defRPr/>
            </a:pPr>
            <a:fld id="{96247B4D-72BA-468E-AB16-795331F16CB3}" type="slidenum">
              <a:rPr lang="en-US"/>
              <a:pPr>
                <a:defRPr/>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endParaRPr lang="en-US" dirty="0"/>
          </a:p>
        </p:txBody>
      </p:sp>
      <p:sp>
        <p:nvSpPr>
          <p:cNvPr id="5" name="Footer Placeholder 4"/>
          <p:cNvSpPr>
            <a:spLocks noGrp="1"/>
          </p:cNvSpPr>
          <p:nvPr>
            <p:ph type="ftr" sz="quarter" idx="11"/>
          </p:nvPr>
        </p:nvSpPr>
        <p:spPr/>
        <p:txBody>
          <a:bodyPr/>
          <a:lstStyle>
            <a:lvl1pPr>
              <a:defRPr/>
            </a:lvl1pPr>
          </a:lstStyle>
          <a:p>
            <a:pPr>
              <a:defRPr/>
            </a:pPr>
            <a:r>
              <a:rPr lang="en-US"/>
              <a:t>Information Technology Project Management, Seventh Edition</a:t>
            </a:r>
            <a:endParaRPr lang="en-US" dirty="0"/>
          </a:p>
        </p:txBody>
      </p:sp>
      <p:sp>
        <p:nvSpPr>
          <p:cNvPr id="6" name="Slide Number Placeholder 5"/>
          <p:cNvSpPr>
            <a:spLocks noGrp="1"/>
          </p:cNvSpPr>
          <p:nvPr>
            <p:ph type="sldNum" sz="quarter" idx="12"/>
          </p:nvPr>
        </p:nvSpPr>
        <p:spPr/>
        <p:txBody>
          <a:bodyPr/>
          <a:lstStyle>
            <a:lvl1pPr>
              <a:defRPr/>
            </a:lvl1pPr>
          </a:lstStyle>
          <a:p>
            <a:pPr>
              <a:defRPr/>
            </a:pPr>
            <a:fld id="{EAFD2FAD-FD06-4AA6-AC57-91F90138A9E0}" type="slidenum">
              <a:rPr lang="en-US"/>
              <a:pPr>
                <a:defRPr/>
              </a:pPr>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ight Triangle 9"/>
          <p:cNvSpPr/>
          <p:nvPr/>
        </p:nvSpPr>
        <p:spPr>
          <a:xfrm>
            <a:off x="-2" y="4664147"/>
            <a:ext cx="9151089" cy="0"/>
          </a:xfrm>
          <a:prstGeom prst="rtTriangle">
            <a:avLst/>
          </a:prstGeom>
          <a:gradFill flip="none" rotWithShape="1">
            <a:gsLst>
              <a:gs pos="0">
                <a:schemeClr val="accent1">
                  <a:shade val="35000"/>
                  <a:satMod val="170000"/>
                  <a:alpha val="100000"/>
                </a:schemeClr>
              </a:gs>
              <a:gs pos="55000">
                <a:schemeClr val="accent1">
                  <a:tint val="90000"/>
                  <a:satMod val="150000"/>
                  <a:alpha val="100000"/>
                </a:schemeClr>
              </a:gs>
              <a:gs pos="100000">
                <a:schemeClr val="accent1">
                  <a:shade val="35000"/>
                  <a:satMod val="170000"/>
                  <a:alpha val="100000"/>
                </a:schemeClr>
              </a:gs>
            </a:gsLst>
            <a:lin ang="3000000" scaled="1"/>
            <a:tileRect/>
          </a:gradFill>
          <a:ln w="127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9" name="Title 8"/>
          <p:cNvSpPr>
            <a:spLocks noGrp="1"/>
          </p:cNvSpPr>
          <p:nvPr>
            <p:ph type="ctrTitle"/>
          </p:nvPr>
        </p:nvSpPr>
        <p:spPr>
          <a:xfrm>
            <a:off x="685800" y="1752601"/>
            <a:ext cx="7772400" cy="1829761"/>
          </a:xfrm>
        </p:spPr>
        <p:txBody>
          <a:bodyPr vert="horz" anchor="b">
            <a:normAutofit/>
            <a:scene3d>
              <a:camera prst="orthographicFront"/>
              <a:lightRig rig="soft" dir="t"/>
            </a:scene3d>
            <a:sp3d prstMaterial="softEdge">
              <a:bevelT w="25400" h="25400"/>
            </a:sp3d>
          </a:bodyPr>
          <a:lstStyle>
            <a:lvl1pPr algn="r">
              <a:defRPr sz="4800" b="1">
                <a:solidFill>
                  <a:schemeClr val="tx2"/>
                </a:solidFill>
                <a:effectLst>
                  <a:outerShdw blurRad="31750" dist="25400" dir="5400000" algn="tl" rotWithShape="0">
                    <a:srgbClr val="000000">
                      <a:alpha val="25000"/>
                    </a:srgbClr>
                  </a:outerShdw>
                </a:effectLst>
              </a:defRPr>
            </a:lvl1pPr>
            <a:extLst/>
          </a:lstStyle>
          <a:p>
            <a:r>
              <a:rPr kumimoji="0" lang="en-US"/>
              <a:t>Click to edit Master title style</a:t>
            </a:r>
          </a:p>
        </p:txBody>
      </p:sp>
      <p:sp>
        <p:nvSpPr>
          <p:cNvPr id="17" name="Subtitle 16"/>
          <p:cNvSpPr>
            <a:spLocks noGrp="1"/>
          </p:cNvSpPr>
          <p:nvPr>
            <p:ph type="subTitle" idx="1"/>
          </p:nvPr>
        </p:nvSpPr>
        <p:spPr>
          <a:xfrm>
            <a:off x="685800" y="3611607"/>
            <a:ext cx="7772400" cy="1199704"/>
          </a:xfrm>
        </p:spPr>
        <p:txBody>
          <a:bodyPr lIns="45720" rIns="45720"/>
          <a:lstStyle>
            <a:lvl1pPr marL="0" marR="64008" indent="0" algn="r">
              <a:buNone/>
              <a:defRPr>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kumimoji="0" lang="en-US"/>
              <a:t>Click to edit Master subtitle style</a:t>
            </a:r>
          </a:p>
        </p:txBody>
      </p:sp>
      <p:grpSp>
        <p:nvGrpSpPr>
          <p:cNvPr id="2" name="Group 1"/>
          <p:cNvGrpSpPr/>
          <p:nvPr/>
        </p:nvGrpSpPr>
        <p:grpSpPr>
          <a:xfrm>
            <a:off x="-3765" y="4953000"/>
            <a:ext cx="9147765" cy="1912088"/>
            <a:chOff x="-3765" y="4832896"/>
            <a:chExt cx="9147765" cy="2032192"/>
          </a:xfrm>
        </p:grpSpPr>
        <p:sp>
          <p:nvSpPr>
            <p:cNvPr id="7" name="Freeform 6"/>
            <p:cNvSpPr>
              <a:spLocks/>
            </p:cNvSpPr>
            <p:nvPr/>
          </p:nvSpPr>
          <p:spPr bwMode="auto">
            <a:xfrm>
              <a:off x="1687513" y="4832896"/>
              <a:ext cx="7456487" cy="518816"/>
            </a:xfrm>
            <a:custGeom>
              <a:avLst>
                <a:gd name="A1" fmla="val 0"/>
                <a:gd name="A2" fmla="val 0"/>
                <a:gd name="A3" fmla="val 0"/>
                <a:gd name="A4" fmla="val 0"/>
                <a:gd name="A5" fmla="val 0"/>
                <a:gd name="A6" fmla="val 0"/>
                <a:gd name="A7" fmla="val 0"/>
                <a:gd name="A8" fmla="val 0"/>
              </a:avLst>
              <a:gdLst/>
              <a:ahLst/>
              <a:cxnLst>
                <a:cxn ang="0">
                  <a:pos x="4697" y="0"/>
                </a:cxn>
                <a:cxn ang="0">
                  <a:pos x="4697" y="367"/>
                </a:cxn>
                <a:cxn ang="0">
                  <a:pos x="0" y="218"/>
                </a:cxn>
                <a:cxn ang="0">
                  <a:pos x="4697" y="0"/>
                </a:cxn>
              </a:cxnLst>
              <a:rect l="0" t="0" r="0" b="0"/>
              <a:pathLst>
                <a:path w="4697" h="367">
                  <a:moveTo>
                    <a:pt x="4697" y="0"/>
                  </a:moveTo>
                  <a:lnTo>
                    <a:pt x="4697" y="367"/>
                  </a:lnTo>
                  <a:lnTo>
                    <a:pt x="0" y="218"/>
                  </a:lnTo>
                  <a:lnTo>
                    <a:pt x="4697" y="0"/>
                  </a:lnTo>
                  <a:close/>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8" name="Freeform 7"/>
            <p:cNvSpPr>
              <a:spLocks/>
            </p:cNvSpPr>
            <p:nvPr/>
          </p:nvSpPr>
          <p:spPr bwMode="auto">
            <a:xfrm>
              <a:off x="35443" y="5135526"/>
              <a:ext cx="9108557" cy="83820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0" y="0"/>
                  </a:moveTo>
                  <a:lnTo>
                    <a:pt x="5760" y="0"/>
                  </a:lnTo>
                  <a:lnTo>
                    <a:pt x="5760" y="528"/>
                  </a:lnTo>
                  <a:lnTo>
                    <a:pt x="48" y="0"/>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11" name="Freeform 10"/>
            <p:cNvSpPr>
              <a:spLocks/>
            </p:cNvSpPr>
            <p:nvPr/>
          </p:nvSpPr>
          <p:spPr bwMode="auto">
            <a:xfrm>
              <a:off x="0" y="4883888"/>
              <a:ext cx="9144000" cy="1981200"/>
            </a:xfrm>
            <a:custGeom>
              <a:avLst>
                <a:gd name="A1" fmla="val 0"/>
                <a:gd name="A2" fmla="val 0"/>
                <a:gd name="A3" fmla="val 0"/>
                <a:gd name="A4" fmla="val 0"/>
                <a:gd name="A5" fmla="val 0"/>
                <a:gd name="A6" fmla="val 0"/>
                <a:gd name="A7" fmla="val 0"/>
                <a:gd name="A8" fmla="val 0"/>
              </a:avLst>
              <a:gdLst/>
              <a:ahLst/>
              <a:cxnLst>
                <a:cxn ang="0">
                  <a:pos x="0" y="0"/>
                </a:cxn>
                <a:cxn ang="0">
                  <a:pos x="0" y="1248"/>
                </a:cxn>
                <a:cxn ang="0">
                  <a:pos x="5760" y="1248"/>
                </a:cxn>
                <a:cxn ang="0">
                  <a:pos x="5760" y="528"/>
                </a:cxn>
                <a:cxn ang="0">
                  <a:pos x="0" y="0"/>
                </a:cxn>
              </a:cxnLst>
              <a:rect l="0" t="0" r="0" b="0"/>
              <a:pathLst>
                <a:path w="5760" h="1248">
                  <a:moveTo>
                    <a:pt x="0" y="0"/>
                  </a:moveTo>
                  <a:lnTo>
                    <a:pt x="0" y="1248"/>
                  </a:lnTo>
                  <a:lnTo>
                    <a:pt x="5760" y="1248"/>
                  </a:lnTo>
                  <a:lnTo>
                    <a:pt x="5760" y="528"/>
                  </a:lnTo>
                  <a:lnTo>
                    <a:pt x="0" y="0"/>
                  </a:lnTo>
                  <a:close/>
                </a:path>
              </a:pathLst>
            </a:custGeom>
            <a:blipFill>
              <a:blip r:embed="rId2">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p>
              <a:pPr algn="ctr" eaLnBrk="1" latinLnBrk="0" hangingPunct="1"/>
              <a:endParaRPr kumimoji="0" lang="en-US" dirty="0"/>
            </a:p>
          </p:txBody>
        </p:sp>
        <p:cxnSp>
          <p:nvCxnSpPr>
            <p:cNvPr id="12" name="Straight Connector 11"/>
            <p:cNvCxnSpPr/>
            <p:nvPr/>
          </p:nvCxnSpPr>
          <p:spPr>
            <a:xfrm>
              <a:off x="-3765" y="4880373"/>
              <a:ext cx="9147765" cy="83994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grpSp>
      <p:sp>
        <p:nvSpPr>
          <p:cNvPr id="30" name="Date Placeholder 29"/>
          <p:cNvSpPr>
            <a:spLocks noGrp="1"/>
          </p:cNvSpPr>
          <p:nvPr>
            <p:ph type="dt" sz="half" idx="10"/>
          </p:nvPr>
        </p:nvSpPr>
        <p:spPr/>
        <p:txBody>
          <a:bodyPr/>
          <a:lstStyle>
            <a:lvl1pPr>
              <a:defRPr>
                <a:solidFill>
                  <a:srgbClr val="FFFFFF"/>
                </a:solidFill>
              </a:defRPr>
            </a:lvl1pPr>
            <a:extLst/>
          </a:lstStyle>
          <a:p>
            <a:pPr>
              <a:defRPr/>
            </a:pPr>
            <a:endParaRPr lang="en-US" dirty="0"/>
          </a:p>
        </p:txBody>
      </p:sp>
      <p:sp>
        <p:nvSpPr>
          <p:cNvPr id="19" name="Footer Placeholder 18"/>
          <p:cNvSpPr>
            <a:spLocks noGrp="1"/>
          </p:cNvSpPr>
          <p:nvPr>
            <p:ph type="ftr" sz="quarter" idx="11"/>
          </p:nvPr>
        </p:nvSpPr>
        <p:spPr/>
        <p:txBody>
          <a:bodyPr/>
          <a:lstStyle>
            <a:lvl1pPr>
              <a:defRPr>
                <a:solidFill>
                  <a:schemeClr val="accent1">
                    <a:tint val="20000"/>
                  </a:schemeClr>
                </a:solidFill>
              </a:defRPr>
            </a:lvl1pPr>
            <a:extLst/>
          </a:lstStyle>
          <a:p>
            <a:pPr>
              <a:defRPr/>
            </a:pPr>
            <a:r>
              <a:rPr lang="en-US"/>
              <a:t>Information Technology Project Management, Seventh Edition</a:t>
            </a:r>
            <a:endParaRPr lang="en-US" dirty="0"/>
          </a:p>
        </p:txBody>
      </p:sp>
      <p:sp>
        <p:nvSpPr>
          <p:cNvPr id="27" name="Slide Number Placeholder 26"/>
          <p:cNvSpPr>
            <a:spLocks noGrp="1"/>
          </p:cNvSpPr>
          <p:nvPr>
            <p:ph type="sldNum" sz="quarter" idx="12"/>
          </p:nvPr>
        </p:nvSpPr>
        <p:spPr/>
        <p:txBody>
          <a:bodyPr/>
          <a:lstStyle>
            <a:lvl1pPr>
              <a:defRPr>
                <a:solidFill>
                  <a:srgbClr val="FFFFFF"/>
                </a:solidFill>
              </a:defRPr>
            </a:lvl1pPr>
            <a:extLst/>
          </a:lstStyle>
          <a:p>
            <a:pPr>
              <a:defRPr/>
            </a:pPr>
            <a:fld id="{07854DB3-7A57-4181-880A-5215D777BBA6}" type="slidenum">
              <a:rPr lang="en-US" smtClean="0"/>
              <a:pPr>
                <a:defRPr/>
              </a:pPr>
              <a:t>‹#›</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a:defRPr>
                <a:latin typeface="Arial" pitchFamily="34" charset="0"/>
                <a:cs typeface="Arial" pitchFamily="34" charset="0"/>
              </a:defRPr>
            </a:lvl1pPr>
            <a:lvl2pPr>
              <a:defRPr>
                <a:latin typeface="Arial" pitchFamily="34" charset="0"/>
                <a:cs typeface="Arial" pitchFamily="34" charset="0"/>
              </a:defRPr>
            </a:lvl2pPr>
            <a:lvl3pPr>
              <a:defRPr>
                <a:latin typeface="Arial" pitchFamily="34" charset="0"/>
                <a:cs typeface="Arial" pitchFamily="34" charset="0"/>
              </a:defRPr>
            </a:lvl3pPr>
            <a:lvl4pPr>
              <a:defRPr>
                <a:latin typeface="Arial" pitchFamily="34" charset="0"/>
                <a:cs typeface="Arial" pitchFamily="34" charset="0"/>
              </a:defRPr>
            </a:lvl4pPr>
            <a:lvl5pPr>
              <a:defRPr>
                <a:latin typeface="Arial" pitchFamily="34" charset="0"/>
                <a:cs typeface="Arial" pitchFamily="34" charset="0"/>
              </a:defRPr>
            </a:lvl5pPr>
            <a:extLst/>
          </a:lstStyle>
          <a:p>
            <a:pPr lvl="0" eaLnBrk="1" latinLnBrk="0" hangingPunct="1"/>
            <a:r>
              <a:rPr lang="en-US" dirty="0"/>
              <a:t>Click to edit Master text styles</a:t>
            </a:r>
          </a:p>
          <a:p>
            <a:pPr lvl="1" eaLnBrk="1" latinLnBrk="0" hangingPunct="1"/>
            <a:r>
              <a:rPr lang="en-US" dirty="0"/>
              <a:t>Second level</a:t>
            </a:r>
          </a:p>
          <a:p>
            <a:pPr lvl="2" eaLnBrk="1" latinLnBrk="0" hangingPunct="1"/>
            <a:r>
              <a:rPr lang="en-US" dirty="0"/>
              <a:t>Third level</a:t>
            </a:r>
          </a:p>
          <a:p>
            <a:pPr lvl="3" eaLnBrk="1" latinLnBrk="0" hangingPunct="1"/>
            <a:r>
              <a:rPr lang="en-US" dirty="0"/>
              <a:t>Fourth level</a:t>
            </a:r>
          </a:p>
          <a:p>
            <a:pPr lvl="4" eaLnBrk="1" latinLnBrk="0" hangingPunct="1"/>
            <a:r>
              <a:rPr lang="en-US" dirty="0"/>
              <a:t>Fifth level</a:t>
            </a:r>
            <a:endParaRPr kumimoji="0" lang="en-US" dirty="0"/>
          </a:p>
        </p:txBody>
      </p:sp>
      <p:sp>
        <p:nvSpPr>
          <p:cNvPr id="5" name="Footer Placeholder 4"/>
          <p:cNvSpPr>
            <a:spLocks noGrp="1"/>
          </p:cNvSpPr>
          <p:nvPr>
            <p:ph type="ftr" sz="quarter" idx="11"/>
          </p:nvPr>
        </p:nvSpPr>
        <p:spPr>
          <a:xfrm>
            <a:off x="0" y="6492875"/>
            <a:ext cx="2350681" cy="365125"/>
          </a:xfrm>
        </p:spPr>
        <p:txBody>
          <a:bodyPr/>
          <a:lstStyle>
            <a:lvl1pPr algn="l">
              <a:defRPr sz="1200"/>
            </a:lvl1pPr>
            <a:extLst/>
          </a:lstStyle>
          <a:p>
            <a:pPr>
              <a:defRPr/>
            </a:pPr>
            <a:r>
              <a:rPr lang="en-US"/>
              <a:t>Information Technology Project Management, Seventh Edition</a:t>
            </a:r>
            <a:endParaRPr lang="en-US" dirty="0"/>
          </a:p>
        </p:txBody>
      </p:sp>
      <p:sp>
        <p:nvSpPr>
          <p:cNvPr id="6" name="Slide Number Placeholder 5"/>
          <p:cNvSpPr>
            <a:spLocks noGrp="1"/>
          </p:cNvSpPr>
          <p:nvPr>
            <p:ph type="sldNum" sz="quarter" idx="12"/>
          </p:nvPr>
        </p:nvSpPr>
        <p:spPr>
          <a:xfrm>
            <a:off x="8610600" y="6492875"/>
            <a:ext cx="533400" cy="365125"/>
          </a:xfrm>
        </p:spPr>
        <p:txBody>
          <a:bodyPr/>
          <a:lstStyle>
            <a:lvl1pPr>
              <a:defRPr sz="1200"/>
            </a:lvl1pPr>
            <a:extLst/>
          </a:lstStyle>
          <a:p>
            <a:pPr>
              <a:defRPr/>
            </a:pPr>
            <a:fld id="{1953F6A9-037C-4679-A974-5A2F60203CED}" type="slidenum">
              <a:rPr lang="en-US" smtClean="0"/>
              <a:pPr>
                <a:defRPr/>
              </a:pPr>
              <a:t>‹#›</a:t>
            </a:fld>
            <a:endParaRPr lang="en-US" dirty="0"/>
          </a:p>
        </p:txBody>
      </p:sp>
      <p:sp>
        <p:nvSpPr>
          <p:cNvPr id="7" name="Title 6"/>
          <p:cNvSpPr>
            <a:spLocks noGrp="1"/>
          </p:cNvSpPr>
          <p:nvPr>
            <p:ph type="title"/>
          </p:nvPr>
        </p:nvSpPr>
        <p:spPr/>
        <p:txBody>
          <a:bodyPr rtlCol="0"/>
          <a:lstStyle>
            <a:lvl1pPr>
              <a:defRPr>
                <a:latin typeface="Arial" pitchFamily="34" charset="0"/>
                <a:cs typeface="Arial" pitchFamily="34" charset="0"/>
              </a:defRPr>
            </a:lvl1pPr>
            <a:extLst/>
          </a:lstStyle>
          <a:p>
            <a:r>
              <a:rPr kumimoji="0" lang="en-US" dirty="0"/>
              <a:t>Click to edit Master title style</a:t>
            </a:r>
          </a:p>
        </p:txBody>
      </p:sp>
      <p:sp>
        <p:nvSpPr>
          <p:cNvPr id="8" name="TextBox 7"/>
          <p:cNvSpPr txBox="1"/>
          <p:nvPr userDrawn="1"/>
        </p:nvSpPr>
        <p:spPr>
          <a:xfrm>
            <a:off x="4876800" y="6581001"/>
            <a:ext cx="1223412" cy="276999"/>
          </a:xfrm>
          <a:prstGeom prst="rect">
            <a:avLst/>
          </a:prstGeom>
          <a:noFill/>
        </p:spPr>
        <p:txBody>
          <a:bodyPr wrap="none" rtlCol="0">
            <a:spAutoFit/>
          </a:bodyPr>
          <a:lstStyle/>
          <a:p>
            <a:r>
              <a:rPr lang="en-US" sz="1200" dirty="0"/>
              <a:t>Copyright 2014</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2">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722376" y="1059712"/>
            <a:ext cx="7772400" cy="1828800"/>
          </a:xfrm>
        </p:spPr>
        <p:txBody>
          <a:bodyPr vert="horz" anchor="b">
            <a:normAutofit/>
            <a:scene3d>
              <a:camera prst="orthographicFront"/>
              <a:lightRig rig="soft" dir="t"/>
            </a:scene3d>
            <a:sp3d prstMaterial="softEdge">
              <a:bevelT w="25400" h="25400"/>
            </a:sp3d>
          </a:bodyPr>
          <a:lstStyle>
            <a:lvl1pPr algn="r">
              <a:buNone/>
              <a:defRPr sz="4800" b="1" cap="none" baseline="0">
                <a:effectLst>
                  <a:outerShdw blurRad="31750" dist="25400" dir="5400000" algn="tl" rotWithShape="0">
                    <a:srgbClr val="000000">
                      <a:alpha val="25000"/>
                    </a:srgbClr>
                  </a:outerShdw>
                </a:effectLst>
              </a:defRPr>
            </a:lvl1pPr>
            <a:extLst/>
          </a:lstStyle>
          <a:p>
            <a:r>
              <a:rPr kumimoji="0" lang="en-US"/>
              <a:t>Click to edit Master title style</a:t>
            </a:r>
          </a:p>
        </p:txBody>
      </p:sp>
      <p:sp>
        <p:nvSpPr>
          <p:cNvPr id="3" name="Text Placeholder 2"/>
          <p:cNvSpPr>
            <a:spLocks noGrp="1"/>
          </p:cNvSpPr>
          <p:nvPr>
            <p:ph type="body" idx="1"/>
          </p:nvPr>
        </p:nvSpPr>
        <p:spPr>
          <a:xfrm>
            <a:off x="3922713" y="2931712"/>
            <a:ext cx="4572000" cy="1454888"/>
          </a:xfrm>
        </p:spPr>
        <p:txBody>
          <a:bodyPr lIns="91440" rIns="91440" anchor="t"/>
          <a:lstStyle>
            <a:lvl1pPr marL="0" indent="0" algn="l">
              <a:buNone/>
              <a:defRPr sz="23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eaLnBrk="1" latinLnBrk="0" hangingPunct="1"/>
            <a:r>
              <a:rPr kumimoji="0" lang="en-US"/>
              <a:t>Click to edit Master text styles</a:t>
            </a:r>
          </a:p>
        </p:txBody>
      </p:sp>
      <p:sp>
        <p:nvSpPr>
          <p:cNvPr id="4" name="Date Placeholder 3"/>
          <p:cNvSpPr>
            <a:spLocks noGrp="1"/>
          </p:cNvSpPr>
          <p:nvPr>
            <p:ph type="dt" sz="half" idx="10"/>
          </p:nvPr>
        </p:nvSpPr>
        <p:spPr/>
        <p:txBody>
          <a:bodyPr/>
          <a:lstStyle/>
          <a:p>
            <a:pPr>
              <a:defRPr/>
            </a:pPr>
            <a:endParaRPr lang="en-US" dirty="0"/>
          </a:p>
        </p:txBody>
      </p:sp>
      <p:sp>
        <p:nvSpPr>
          <p:cNvPr id="5" name="Footer Placeholder 4"/>
          <p:cNvSpPr>
            <a:spLocks noGrp="1"/>
          </p:cNvSpPr>
          <p:nvPr>
            <p:ph type="ftr" sz="quarter" idx="11"/>
          </p:nvPr>
        </p:nvSpPr>
        <p:spPr/>
        <p:txBody>
          <a:bodyPr/>
          <a:lstStyle/>
          <a:p>
            <a:pPr>
              <a:defRPr/>
            </a:pPr>
            <a:r>
              <a:rPr lang="en-US"/>
              <a:t>Information Technology Project Management, Seventh Edition</a:t>
            </a:r>
            <a:endParaRPr lang="en-US" dirty="0"/>
          </a:p>
        </p:txBody>
      </p:sp>
      <p:sp>
        <p:nvSpPr>
          <p:cNvPr id="6" name="Slide Number Placeholder 5"/>
          <p:cNvSpPr>
            <a:spLocks noGrp="1"/>
          </p:cNvSpPr>
          <p:nvPr>
            <p:ph type="sldNum" sz="quarter" idx="12"/>
          </p:nvPr>
        </p:nvSpPr>
        <p:spPr/>
        <p:txBody>
          <a:bodyPr/>
          <a:lstStyle/>
          <a:p>
            <a:pPr>
              <a:defRPr/>
            </a:pPr>
            <a:fld id="{27673681-C82D-4D99-8948-365C75EB26F8}" type="slidenum">
              <a:rPr lang="en-US" smtClean="0"/>
              <a:pPr>
                <a:defRPr/>
              </a:pPr>
              <a:t>‹#›</a:t>
            </a:fld>
            <a:endParaRPr lang="en-US" dirty="0"/>
          </a:p>
        </p:txBody>
      </p:sp>
      <p:sp>
        <p:nvSpPr>
          <p:cNvPr id="7" name="Chevron 6"/>
          <p:cNvSpPr/>
          <p:nvPr/>
        </p:nvSpPr>
        <p:spPr>
          <a:xfrm>
            <a:off x="3636680" y="3005472"/>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lgn="l" eaLnBrk="1" latinLnBrk="0" hangingPunct="1"/>
            <a:endParaRPr kumimoji="0" lang="en-US" dirty="0"/>
          </a:p>
        </p:txBody>
      </p:sp>
      <p:sp>
        <p:nvSpPr>
          <p:cNvPr id="8" name="Chevron 7"/>
          <p:cNvSpPr/>
          <p:nvPr/>
        </p:nvSpPr>
        <p:spPr>
          <a:xfrm>
            <a:off x="3450264" y="3005472"/>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lgn="l" eaLnBrk="1" latinLnBrk="0" hangingPunct="1"/>
            <a:endParaRPr kumimoji="0"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bg>
      <p:bgRef idx="1002">
        <a:schemeClr val="bg1"/>
      </p:bgRef>
    </p:bg>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457200" y="1481328"/>
            <a:ext cx="4038600" cy="4525963"/>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Content Placeholder 3"/>
          <p:cNvSpPr>
            <a:spLocks noGrp="1"/>
          </p:cNvSpPr>
          <p:nvPr>
            <p:ph sz="half" idx="2"/>
          </p:nvPr>
        </p:nvSpPr>
        <p:spPr>
          <a:xfrm>
            <a:off x="4648200" y="1481328"/>
            <a:ext cx="4038600" cy="4525963"/>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pPr>
              <a:defRPr/>
            </a:pPr>
            <a:endParaRPr lang="en-US" dirty="0"/>
          </a:p>
        </p:txBody>
      </p:sp>
      <p:sp>
        <p:nvSpPr>
          <p:cNvPr id="6" name="Footer Placeholder 5"/>
          <p:cNvSpPr>
            <a:spLocks noGrp="1"/>
          </p:cNvSpPr>
          <p:nvPr>
            <p:ph type="ftr" sz="quarter" idx="11"/>
          </p:nvPr>
        </p:nvSpPr>
        <p:spPr/>
        <p:txBody>
          <a:bodyPr/>
          <a:lstStyle/>
          <a:p>
            <a:pPr>
              <a:defRPr/>
            </a:pPr>
            <a:r>
              <a:rPr lang="en-US"/>
              <a:t>Information Technology Project Management, Seventh Edition</a:t>
            </a:r>
            <a:endParaRPr lang="en-US" dirty="0"/>
          </a:p>
        </p:txBody>
      </p:sp>
      <p:sp>
        <p:nvSpPr>
          <p:cNvPr id="7" name="Slide Number Placeholder 6"/>
          <p:cNvSpPr>
            <a:spLocks noGrp="1"/>
          </p:cNvSpPr>
          <p:nvPr>
            <p:ph type="sldNum" sz="quarter" idx="12"/>
          </p:nvPr>
        </p:nvSpPr>
        <p:spPr/>
        <p:txBody>
          <a:bodyPr/>
          <a:lstStyle/>
          <a:p>
            <a:pPr>
              <a:defRPr/>
            </a:pPr>
            <a:fld id="{DA50FAF7-8C0D-4DDF-A379-F4FDC17B23A3}" type="slidenum">
              <a:rPr lang="en-US" smtClean="0"/>
              <a:pPr>
                <a:defRPr/>
              </a:pPr>
              <a:t>‹#›</a:t>
            </a:fld>
            <a:endParaRPr lang="en-US" dirty="0"/>
          </a:p>
        </p:txBody>
      </p:sp>
      <p:sp>
        <p:nvSpPr>
          <p:cNvPr id="8" name="Title 7"/>
          <p:cNvSpPr>
            <a:spLocks noGrp="1"/>
          </p:cNvSpPr>
          <p:nvPr>
            <p:ph type="title"/>
          </p:nvPr>
        </p:nvSpPr>
        <p:spPr/>
        <p:txBody>
          <a:bodyPr rtlCol="0"/>
          <a:lstStyle/>
          <a:p>
            <a:r>
              <a:rPr kumimoji="0" lang="en-US"/>
              <a:t>Click to edit Master title style</a:t>
            </a:r>
          </a:p>
        </p:txBody>
      </p:sp>
    </p:spTree>
  </p:cSld>
  <p:clrMapOvr>
    <a:overrideClrMapping bg1="dk1" tx1="lt1" bg2="dk2" tx2="lt2" accent1="accent1" accent2="accent2" accent3="accent3" accent4="accent4" accent5="accent5" accent6="accent6" hlink="hlink" folHlink="folHlink"/>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type="twoTxTwoObj" preserve="1">
  <p:cSld name="Comparison">
    <p:bg>
      <p:bgRef idx="1003">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8229600" cy="1143000"/>
          </a:xfrm>
        </p:spPr>
        <p:txBody>
          <a:bodyPr anchor="ctr"/>
          <a:lstStyle>
            <a:lvl1pPr>
              <a:defRPr/>
            </a:lvl1pPr>
            <a:extLst/>
          </a:lstStyle>
          <a:p>
            <a:r>
              <a:rPr kumimoji="0" lang="en-US"/>
              <a:t>Click to edit Master title style</a:t>
            </a:r>
          </a:p>
        </p:txBody>
      </p:sp>
      <p:sp>
        <p:nvSpPr>
          <p:cNvPr id="3" name="Text Placeholder 2"/>
          <p:cNvSpPr>
            <a:spLocks noGrp="1"/>
          </p:cNvSpPr>
          <p:nvPr>
            <p:ph type="body" idx="1"/>
          </p:nvPr>
        </p:nvSpPr>
        <p:spPr>
          <a:xfrm>
            <a:off x="457200" y="5410200"/>
            <a:ext cx="4040188"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4645026" y="5410200"/>
            <a:ext cx="4041775"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a:t>Click to edit Master text styles</a:t>
            </a:r>
          </a:p>
        </p:txBody>
      </p:sp>
      <p:sp>
        <p:nvSpPr>
          <p:cNvPr id="5" name="Content Placeholder 4"/>
          <p:cNvSpPr>
            <a:spLocks noGrp="1"/>
          </p:cNvSpPr>
          <p:nvPr>
            <p:ph sz="quarter" idx="2"/>
          </p:nvPr>
        </p:nvSpPr>
        <p:spPr>
          <a:xfrm>
            <a:off x="457200" y="1444294"/>
            <a:ext cx="4040188" cy="3941763"/>
          </a:xfrm>
          <a:ln>
            <a:noFill/>
            <a:prstDash val="sysDash"/>
            <a:miter lim="800000"/>
          </a:ln>
        </p:spPr>
        <p:txBody>
          <a:bodyPr/>
          <a:lstStyle>
            <a:lvl1pPr>
              <a:defRPr sz="2400"/>
            </a:lvl1pPr>
            <a:lvl2pPr>
              <a:defRPr sz="2000"/>
            </a:lvl2pPr>
            <a:lvl3pPr>
              <a:defRPr sz="1800"/>
            </a:lvl3pPr>
            <a:lvl4pPr>
              <a:defRPr sz="1600"/>
            </a:lvl4pPr>
            <a:lvl5pPr>
              <a:defRPr sz="16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6" name="Content Placeholder 5"/>
          <p:cNvSpPr>
            <a:spLocks noGrp="1"/>
          </p:cNvSpPr>
          <p:nvPr>
            <p:ph sz="quarter" idx="4"/>
          </p:nvPr>
        </p:nvSpPr>
        <p:spPr>
          <a:xfrm>
            <a:off x="4645025" y="1444294"/>
            <a:ext cx="4041775" cy="3941763"/>
          </a:xfrm>
          <a:ln>
            <a:noFill/>
            <a:prstDash val="sysDash"/>
            <a:miter lim="800000"/>
          </a:ln>
        </p:spPr>
        <p:txBody>
          <a:bodyPr/>
          <a:lstStyle>
            <a:lvl1pPr>
              <a:spcBef>
                <a:spcPts val="0"/>
              </a:spcBef>
              <a:defRPr sz="2400"/>
            </a:lvl1pPr>
            <a:lvl2pPr>
              <a:defRPr sz="2000"/>
            </a:lvl2pPr>
            <a:lvl3pPr>
              <a:defRPr sz="1800"/>
            </a:lvl3pPr>
            <a:lvl4pPr>
              <a:defRPr sz="1600"/>
            </a:lvl4pPr>
            <a:lvl5pPr>
              <a:defRPr sz="16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7" name="Date Placeholder 6"/>
          <p:cNvSpPr>
            <a:spLocks noGrp="1"/>
          </p:cNvSpPr>
          <p:nvPr>
            <p:ph type="dt" sz="half" idx="10"/>
          </p:nvPr>
        </p:nvSpPr>
        <p:spPr/>
        <p:txBody>
          <a:bodyPr/>
          <a:lstStyle/>
          <a:p>
            <a:pPr>
              <a:defRPr/>
            </a:pPr>
            <a:endParaRPr lang="en-US" dirty="0"/>
          </a:p>
        </p:txBody>
      </p:sp>
      <p:sp>
        <p:nvSpPr>
          <p:cNvPr id="8" name="Footer Placeholder 7"/>
          <p:cNvSpPr>
            <a:spLocks noGrp="1"/>
          </p:cNvSpPr>
          <p:nvPr>
            <p:ph type="ftr" sz="quarter" idx="11"/>
          </p:nvPr>
        </p:nvSpPr>
        <p:spPr/>
        <p:txBody>
          <a:bodyPr/>
          <a:lstStyle/>
          <a:p>
            <a:pPr>
              <a:defRPr/>
            </a:pPr>
            <a:r>
              <a:rPr lang="en-US"/>
              <a:t>Information Technology Project Management, Seventh Edition</a:t>
            </a:r>
            <a:endParaRPr lang="en-US" dirty="0"/>
          </a:p>
        </p:txBody>
      </p:sp>
      <p:sp>
        <p:nvSpPr>
          <p:cNvPr id="9" name="Slide Number Placeholder 8"/>
          <p:cNvSpPr>
            <a:spLocks noGrp="1"/>
          </p:cNvSpPr>
          <p:nvPr>
            <p:ph type="sldNum" sz="quarter" idx="12"/>
          </p:nvPr>
        </p:nvSpPr>
        <p:spPr/>
        <p:txBody>
          <a:bodyPr/>
          <a:lstStyle/>
          <a:p>
            <a:pPr>
              <a:defRPr/>
            </a:pPr>
            <a:fld id="{B06E41F8-23B9-454D-90CC-E31BF8A7FBCB}" type="slidenum">
              <a:rPr lang="en-US" smtClean="0"/>
              <a:pPr>
                <a:defRPr/>
              </a:pPr>
              <a:t>‹#›</a:t>
            </a:fld>
            <a:endParaRPr 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bg>
      <p:bgRef idx="1002">
        <a:schemeClr val="bg1"/>
      </p:bgRef>
    </p:bg>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pPr>
              <a:defRPr/>
            </a:pPr>
            <a:endParaRPr lang="en-US" dirty="0"/>
          </a:p>
        </p:txBody>
      </p:sp>
      <p:sp>
        <p:nvSpPr>
          <p:cNvPr id="4" name="Footer Placeholder 3"/>
          <p:cNvSpPr>
            <a:spLocks noGrp="1"/>
          </p:cNvSpPr>
          <p:nvPr>
            <p:ph type="ftr" sz="quarter" idx="11"/>
          </p:nvPr>
        </p:nvSpPr>
        <p:spPr/>
        <p:txBody>
          <a:bodyPr/>
          <a:lstStyle/>
          <a:p>
            <a:pPr>
              <a:defRPr/>
            </a:pPr>
            <a:r>
              <a:rPr lang="en-US"/>
              <a:t>Information Technology Project Management, Seventh Edition</a:t>
            </a:r>
            <a:endParaRPr lang="en-US" dirty="0"/>
          </a:p>
        </p:txBody>
      </p:sp>
      <p:sp>
        <p:nvSpPr>
          <p:cNvPr id="5" name="Slide Number Placeholder 4"/>
          <p:cNvSpPr>
            <a:spLocks noGrp="1"/>
          </p:cNvSpPr>
          <p:nvPr>
            <p:ph type="sldNum" sz="quarter" idx="12"/>
          </p:nvPr>
        </p:nvSpPr>
        <p:spPr/>
        <p:txBody>
          <a:bodyPr/>
          <a:lstStyle/>
          <a:p>
            <a:pPr>
              <a:defRPr/>
            </a:pPr>
            <a:fld id="{CAB078C3-AD74-4C69-8529-ABFACC42093C}" type="slidenum">
              <a:rPr lang="en-US" smtClean="0"/>
              <a:pPr>
                <a:defRPr/>
              </a:pPr>
              <a:t>‹#›</a:t>
            </a:fld>
            <a:endParaRPr lang="en-US" dirty="0"/>
          </a:p>
        </p:txBody>
      </p:sp>
      <p:sp>
        <p:nvSpPr>
          <p:cNvPr id="6" name="Title 5"/>
          <p:cNvSpPr>
            <a:spLocks noGrp="1"/>
          </p:cNvSpPr>
          <p:nvPr>
            <p:ph type="title"/>
          </p:nvPr>
        </p:nvSpPr>
        <p:spPr/>
        <p:txBody>
          <a:bodyPr rtlCol="0"/>
          <a:lstStyle/>
          <a:p>
            <a:r>
              <a:rPr kumimoji="0" lang="en-US"/>
              <a:t>Click to edit Master title style</a:t>
            </a:r>
          </a:p>
        </p:txBody>
      </p:sp>
    </p:spTree>
  </p:cSld>
  <p:clrMapOvr>
    <a:overrideClrMapping bg1="dk1" tx1="lt1" bg2="dk2" tx2="lt2" accent1="accent1" accent2="accent2" accent3="accent3" accent4="accent4" accent5="accent5" accent6="accent6" hlink="hlink" folHlink="folHlink"/>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p:txBody>
          <a:bodyPr/>
          <a:lstStyle/>
          <a:p>
            <a:pPr>
              <a:defRPr/>
            </a:pPr>
            <a:r>
              <a:rPr lang="en-US"/>
              <a:t>Information Technology Project Management, Seventh Edition</a:t>
            </a:r>
            <a:endParaRPr lang="en-US" dirty="0"/>
          </a:p>
        </p:txBody>
      </p:sp>
      <p:sp>
        <p:nvSpPr>
          <p:cNvPr id="4" name="Slide Number Placeholder 3"/>
          <p:cNvSpPr>
            <a:spLocks noGrp="1"/>
          </p:cNvSpPr>
          <p:nvPr>
            <p:ph type="sldNum" sz="quarter" idx="12"/>
          </p:nvPr>
        </p:nvSpPr>
        <p:spPr/>
        <p:txBody>
          <a:bodyPr/>
          <a:lstStyle/>
          <a:p>
            <a:pPr>
              <a:defRPr/>
            </a:pPr>
            <a:fld id="{F6D544F7-41D2-4889-B2EC-B0B2B2B8DC54}" type="slidenum">
              <a:rPr lang="en-US" smtClean="0"/>
              <a:pPr>
                <a:defRPr/>
              </a:pPr>
              <a:t>‹#›</a:t>
            </a:fld>
            <a:endParaRPr lang="en-US" dirty="0"/>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bg>
      <p:bgRef idx="1003">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914400" y="4876800"/>
            <a:ext cx="7481776" cy="457200"/>
          </a:xfrm>
        </p:spPr>
        <p:txBody>
          <a:bodyPr vert="horz" anchor="t">
            <a:noAutofit/>
            <a:sp3d prstMaterial="softEdge">
              <a:bevelT w="0" h="0"/>
            </a:sp3d>
          </a:bodyPr>
          <a:lstStyle>
            <a:lvl1pPr algn="r">
              <a:buNone/>
              <a:defRPr sz="2500" b="0">
                <a:solidFill>
                  <a:schemeClr val="accent1"/>
                </a:solidFill>
                <a:effectLst/>
              </a:defRPr>
            </a:lvl1pPr>
            <a:extLst/>
          </a:lstStyle>
          <a:p>
            <a:r>
              <a:rPr kumimoji="0" lang="en-US"/>
              <a:t>Click to edit Master title style</a:t>
            </a:r>
          </a:p>
        </p:txBody>
      </p:sp>
      <p:sp>
        <p:nvSpPr>
          <p:cNvPr id="3" name="Text Placeholder 2"/>
          <p:cNvSpPr>
            <a:spLocks noGrp="1"/>
          </p:cNvSpPr>
          <p:nvPr>
            <p:ph type="body" idx="2"/>
          </p:nvPr>
        </p:nvSpPr>
        <p:spPr>
          <a:xfrm>
            <a:off x="4419600" y="5355102"/>
            <a:ext cx="3974592" cy="914400"/>
          </a:xfrm>
        </p:spPr>
        <p:txBody>
          <a:bodyPr/>
          <a:lstStyle>
            <a:lvl1pPr marL="0" indent="0" algn="r">
              <a:buNone/>
              <a:defRPr sz="1600"/>
            </a:lvl1pPr>
            <a:lvl2pPr>
              <a:buNone/>
              <a:defRPr sz="1200"/>
            </a:lvl2pPr>
            <a:lvl3pPr>
              <a:buNone/>
              <a:defRPr sz="1000"/>
            </a:lvl3pPr>
            <a:lvl4pPr>
              <a:buNone/>
              <a:defRPr sz="900"/>
            </a:lvl4pPr>
            <a:lvl5pPr>
              <a:buNone/>
              <a:defRPr sz="900"/>
            </a:lvl5pPr>
            <a:extLst/>
          </a:lstStyle>
          <a:p>
            <a:pPr lvl="0" eaLnBrk="1" latinLnBrk="0" hangingPunct="1"/>
            <a:r>
              <a:rPr kumimoji="0" lang="en-US"/>
              <a:t>Click to edit Master text styles</a:t>
            </a:r>
          </a:p>
        </p:txBody>
      </p:sp>
      <p:sp>
        <p:nvSpPr>
          <p:cNvPr id="4" name="Content Placeholder 3"/>
          <p:cNvSpPr>
            <a:spLocks noGrp="1"/>
          </p:cNvSpPr>
          <p:nvPr>
            <p:ph sz="half" idx="1"/>
          </p:nvPr>
        </p:nvSpPr>
        <p:spPr>
          <a:xfrm>
            <a:off x="914400" y="274320"/>
            <a:ext cx="7479792" cy="4572000"/>
          </a:xfrm>
        </p:spPr>
        <p:txBody>
          <a:bodyPr/>
          <a:lstStyle>
            <a:lvl1pPr>
              <a:defRPr sz="3200"/>
            </a:lvl1pPr>
            <a:lvl2pPr>
              <a:defRPr sz="2800"/>
            </a:lvl2pPr>
            <a:lvl3pPr>
              <a:defRPr sz="2400"/>
            </a:lvl3pPr>
            <a:lvl4pPr>
              <a:defRPr sz="2000"/>
            </a:lvl4pPr>
            <a:lvl5pPr>
              <a:defRPr sz="20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a:xfrm>
            <a:off x="6727032" y="6407944"/>
            <a:ext cx="1920240" cy="365760"/>
          </a:xfrm>
        </p:spPr>
        <p:txBody>
          <a:bodyPr/>
          <a:lstStyle/>
          <a:p>
            <a:pPr>
              <a:defRPr/>
            </a:pPr>
            <a:endParaRPr lang="en-US" dirty="0"/>
          </a:p>
        </p:txBody>
      </p:sp>
      <p:sp>
        <p:nvSpPr>
          <p:cNvPr id="6" name="Footer Placeholder 5"/>
          <p:cNvSpPr>
            <a:spLocks noGrp="1"/>
          </p:cNvSpPr>
          <p:nvPr>
            <p:ph type="ftr" sz="quarter" idx="11"/>
          </p:nvPr>
        </p:nvSpPr>
        <p:spPr/>
        <p:txBody>
          <a:bodyPr/>
          <a:lstStyle/>
          <a:p>
            <a:pPr>
              <a:defRPr/>
            </a:pPr>
            <a:r>
              <a:rPr lang="en-US"/>
              <a:t>Information Technology Project Management, Seventh Edition</a:t>
            </a:r>
            <a:endParaRPr lang="en-US" dirty="0"/>
          </a:p>
        </p:txBody>
      </p:sp>
      <p:sp>
        <p:nvSpPr>
          <p:cNvPr id="7" name="Slide Number Placeholder 6"/>
          <p:cNvSpPr>
            <a:spLocks noGrp="1"/>
          </p:cNvSpPr>
          <p:nvPr>
            <p:ph type="sldNum" sz="quarter" idx="12"/>
          </p:nvPr>
        </p:nvSpPr>
        <p:spPr/>
        <p:txBody>
          <a:bodyPr/>
          <a:lstStyle/>
          <a:p>
            <a:pPr>
              <a:defRPr/>
            </a:pPr>
            <a:fld id="{65EE8385-873D-4308-8CE2-51B606282F1A}" type="slidenum">
              <a:rPr lang="en-US" smtClean="0"/>
              <a:pPr>
                <a:defRPr/>
              </a:pPr>
              <a:t>‹#›</a:t>
            </a:fld>
            <a:endParaRPr 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2">
        <a:schemeClr val="bg1"/>
      </p:bgRef>
    </p:bg>
    <p:spTree>
      <p:nvGrpSpPr>
        <p:cNvPr id="1" name=""/>
        <p:cNvGrpSpPr/>
        <p:nvPr/>
      </p:nvGrpSpPr>
      <p:grpSpPr>
        <a:xfrm>
          <a:off x="0" y="0"/>
          <a:ext cx="0" cy="0"/>
          <a:chOff x="0" y="0"/>
          <a:chExt cx="0" cy="0"/>
        </a:xfrm>
      </p:grpSpPr>
      <p:sp>
        <p:nvSpPr>
          <p:cNvPr id="4" name="Text Placeholder 3"/>
          <p:cNvSpPr>
            <a:spLocks noGrp="1"/>
          </p:cNvSpPr>
          <p:nvPr>
            <p:ph type="body" sz="half" idx="2"/>
          </p:nvPr>
        </p:nvSpPr>
        <p:spPr>
          <a:xfrm>
            <a:off x="1141232" y="5443402"/>
            <a:ext cx="7162800" cy="648232"/>
          </a:xfrm>
          <a:noFill/>
        </p:spPr>
        <p:txBody>
          <a:bodyPr lIns="91440" tIns="0" rIns="91440" anchor="t"/>
          <a:lstStyle>
            <a:lvl1pPr marL="0" marR="18288" indent="0" algn="r">
              <a:buNone/>
              <a:defRPr sz="1400"/>
            </a:lvl1pPr>
            <a:lvl2pPr>
              <a:defRPr sz="1200"/>
            </a:lvl2pPr>
            <a:lvl3pPr>
              <a:defRPr sz="1000"/>
            </a:lvl3pPr>
            <a:lvl4pPr>
              <a:defRPr sz="900"/>
            </a:lvl4pPr>
            <a:lvl5pPr>
              <a:defRPr sz="900"/>
            </a:lvl5pPr>
            <a:extLst/>
          </a:lstStyle>
          <a:p>
            <a:pPr lvl="0" eaLnBrk="1" latinLnBrk="0" hangingPunct="1"/>
            <a:r>
              <a:rPr kumimoji="0" lang="en-US"/>
              <a:t>Click to edit Master text styles</a:t>
            </a:r>
          </a:p>
        </p:txBody>
      </p:sp>
      <p:sp>
        <p:nvSpPr>
          <p:cNvPr id="3" name="Picture Placeholder 2"/>
          <p:cNvSpPr>
            <a:spLocks noGrp="1"/>
          </p:cNvSpPr>
          <p:nvPr>
            <p:ph type="pic" idx="1"/>
          </p:nvPr>
        </p:nvSpPr>
        <p:spPr>
          <a:xfrm>
            <a:off x="228600" y="189968"/>
            <a:ext cx="8686800" cy="4389120"/>
          </a:xfrm>
          <a:prstGeom prst="rect">
            <a:avLst/>
          </a:prstGeom>
          <a:solidFill>
            <a:schemeClr val="bg2"/>
          </a:solidFill>
          <a:ln>
            <a:solidFill>
              <a:schemeClr val="bg1"/>
            </a:solidFill>
          </a:ln>
          <a:effectLst>
            <a:innerShdw blurRad="95250">
              <a:srgbClr val="000000"/>
            </a:innerShdw>
          </a:effectLst>
        </p:spPr>
        <p:txBody>
          <a:bodyPr/>
          <a:lstStyle>
            <a:lvl1pPr marL="0" indent="0">
              <a:buNone/>
              <a:defRPr sz="3200"/>
            </a:lvl1pPr>
            <a:extLst/>
          </a:lstStyle>
          <a:p>
            <a:r>
              <a:rPr kumimoji="0" lang="en-US" dirty="0"/>
              <a:t>Click icon to add picture</a:t>
            </a:r>
          </a:p>
        </p:txBody>
      </p:sp>
      <p:sp>
        <p:nvSpPr>
          <p:cNvPr id="5" name="Date Placeholder 4"/>
          <p:cNvSpPr>
            <a:spLocks noGrp="1"/>
          </p:cNvSpPr>
          <p:nvPr>
            <p:ph type="dt" sz="half" idx="10"/>
          </p:nvPr>
        </p:nvSpPr>
        <p:spPr/>
        <p:txBody>
          <a:bodyPr/>
          <a:lstStyle>
            <a:lvl1pPr>
              <a:defRPr>
                <a:solidFill>
                  <a:schemeClr val="tx1"/>
                </a:solidFill>
              </a:defRPr>
            </a:lvl1pPr>
            <a:extLst/>
          </a:lstStyle>
          <a:p>
            <a:pPr>
              <a:defRPr/>
            </a:pPr>
            <a:endParaRPr lang="en-US" dirty="0"/>
          </a:p>
        </p:txBody>
      </p:sp>
      <p:sp>
        <p:nvSpPr>
          <p:cNvPr id="6" name="Footer Placeholder 5"/>
          <p:cNvSpPr>
            <a:spLocks noGrp="1"/>
          </p:cNvSpPr>
          <p:nvPr>
            <p:ph type="ftr" sz="quarter" idx="11"/>
          </p:nvPr>
        </p:nvSpPr>
        <p:spPr>
          <a:xfrm>
            <a:off x="4380072" y="6407944"/>
            <a:ext cx="2350681" cy="365125"/>
          </a:xfrm>
        </p:spPr>
        <p:txBody>
          <a:bodyPr/>
          <a:lstStyle>
            <a:lvl1pPr>
              <a:defRPr>
                <a:solidFill>
                  <a:schemeClr val="tx1"/>
                </a:solidFill>
              </a:defRPr>
            </a:lvl1pPr>
            <a:extLst/>
          </a:lstStyle>
          <a:p>
            <a:pPr>
              <a:defRPr/>
            </a:pPr>
            <a:r>
              <a:rPr lang="en-US"/>
              <a:t>Information Technology Project Management, Seventh Edition</a:t>
            </a:r>
            <a:endParaRPr lang="en-US" dirty="0"/>
          </a:p>
        </p:txBody>
      </p:sp>
      <p:sp>
        <p:nvSpPr>
          <p:cNvPr id="7" name="Slide Number Placeholder 6"/>
          <p:cNvSpPr>
            <a:spLocks noGrp="1"/>
          </p:cNvSpPr>
          <p:nvPr>
            <p:ph type="sldNum" sz="quarter" idx="12"/>
          </p:nvPr>
        </p:nvSpPr>
        <p:spPr/>
        <p:txBody>
          <a:bodyPr/>
          <a:lstStyle>
            <a:lvl1pPr>
              <a:defRPr>
                <a:solidFill>
                  <a:schemeClr val="tx1"/>
                </a:solidFill>
              </a:defRPr>
            </a:lvl1pPr>
            <a:extLst/>
          </a:lstStyle>
          <a:p>
            <a:pPr>
              <a:defRPr/>
            </a:pPr>
            <a:fld id="{2917F4C6-6F30-47C3-875F-46DAC858CAAF}" type="slidenum">
              <a:rPr lang="en-US" smtClean="0"/>
              <a:pPr>
                <a:defRPr/>
              </a:pPr>
              <a:t>‹#›</a:t>
            </a:fld>
            <a:endParaRPr lang="en-US" dirty="0"/>
          </a:p>
        </p:txBody>
      </p:sp>
      <p:sp>
        <p:nvSpPr>
          <p:cNvPr id="2" name="Title 1"/>
          <p:cNvSpPr>
            <a:spLocks noGrp="1"/>
          </p:cNvSpPr>
          <p:nvPr>
            <p:ph type="title"/>
          </p:nvPr>
        </p:nvSpPr>
        <p:spPr>
          <a:xfrm>
            <a:off x="228600" y="4865122"/>
            <a:ext cx="8075432" cy="562672"/>
          </a:xfrm>
          <a:noFill/>
        </p:spPr>
        <p:txBody>
          <a:bodyPr anchor="t">
            <a:sp3d prstMaterial="softEdge"/>
          </a:bodyPr>
          <a:lstStyle>
            <a:lvl1pPr marR="0" algn="r">
              <a:buNone/>
              <a:defRPr sz="3000" b="0">
                <a:solidFill>
                  <a:schemeClr val="accent1"/>
                </a:solidFill>
                <a:effectLst>
                  <a:outerShdw blurRad="50800" dist="25000" dir="5400000" algn="t" rotWithShape="0">
                    <a:prstClr val="black">
                      <a:alpha val="45000"/>
                    </a:prstClr>
                  </a:outerShdw>
                </a:effectLst>
              </a:defRPr>
            </a:lvl1pPr>
            <a:extLst/>
          </a:lstStyle>
          <a:p>
            <a:r>
              <a:rPr kumimoji="0" lang="en-US"/>
              <a:t>Click to edit Master title style</a:t>
            </a:r>
          </a:p>
        </p:txBody>
      </p:sp>
      <p:sp>
        <p:nvSpPr>
          <p:cNvPr id="8" name="Freeform 7"/>
          <p:cNvSpPr>
            <a:spLocks/>
          </p:cNvSpPr>
          <p:nvPr/>
        </p:nvSpPr>
        <p:spPr bwMode="auto">
          <a:xfrm>
            <a:off x="716436" y="5001993"/>
            <a:ext cx="3802003" cy="1443111"/>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329" y="347"/>
                </a:moveTo>
                <a:lnTo>
                  <a:pt x="7156" y="682"/>
                </a:lnTo>
                <a:lnTo>
                  <a:pt x="5229" y="682"/>
                </a:lnTo>
                <a:lnTo>
                  <a:pt x="-328" y="345"/>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9" name="Freeform 8"/>
          <p:cNvSpPr>
            <a:spLocks/>
          </p:cNvSpPr>
          <p:nvPr/>
        </p:nvSpPr>
        <p:spPr bwMode="auto">
          <a:xfrm>
            <a:off x="-53561" y="5785023"/>
            <a:ext cx="3802003" cy="83820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817" y="97"/>
                </a:moveTo>
                <a:lnTo>
                  <a:pt x="6408" y="682"/>
                </a:lnTo>
                <a:lnTo>
                  <a:pt x="5232" y="685"/>
                </a:lnTo>
                <a:lnTo>
                  <a:pt x="829" y="101"/>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10" name="Right Triangle 9"/>
          <p:cNvSpPr>
            <a:spLocks/>
          </p:cNvSpPr>
          <p:nvPr/>
        </p:nvSpPr>
        <p:spPr bwMode="auto">
          <a:xfrm>
            <a:off x="-6042" y="5791253"/>
            <a:ext cx="3402314" cy="1080868"/>
          </a:xfrm>
          <a:prstGeom prst="rtTriangle">
            <a:avLst/>
          </a:prstGeom>
          <a:blipFill>
            <a:blip r:embed="rId2">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p>
            <a:pPr algn="ctr" eaLnBrk="1" latinLnBrk="0" hangingPunct="1"/>
            <a:endParaRPr kumimoji="0" lang="en-US" dirty="0"/>
          </a:p>
        </p:txBody>
      </p:sp>
      <p:cxnSp>
        <p:nvCxnSpPr>
          <p:cNvPr id="11" name="Straight Connector 10"/>
          <p:cNvCxnSpPr/>
          <p:nvPr/>
        </p:nvCxnSpPr>
        <p:spPr>
          <a:xfrm>
            <a:off x="-9237" y="5787738"/>
            <a:ext cx="340550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12" name="Chevron 11"/>
          <p:cNvSpPr/>
          <p:nvPr/>
        </p:nvSpPr>
        <p:spPr>
          <a:xfrm>
            <a:off x="8664112" y="4988440"/>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lgn="l" eaLnBrk="1" latinLnBrk="0" hangingPunct="1"/>
            <a:endParaRPr kumimoji="0" lang="en-US" dirty="0"/>
          </a:p>
        </p:txBody>
      </p:sp>
      <p:sp>
        <p:nvSpPr>
          <p:cNvPr id="13" name="Chevron 12"/>
          <p:cNvSpPr/>
          <p:nvPr/>
        </p:nvSpPr>
        <p:spPr>
          <a:xfrm>
            <a:off x="8477696" y="4988440"/>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lgn="l" eaLnBrk="1" latinLnBrk="0" hangingPunct="1"/>
            <a:endParaRPr kumimoji="0"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a:xfrm>
            <a:off x="457200" y="1481329"/>
            <a:ext cx="8229600" cy="4386071"/>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pPr>
              <a:defRPr/>
            </a:pPr>
            <a:endParaRPr lang="en-US" dirty="0"/>
          </a:p>
        </p:txBody>
      </p:sp>
      <p:sp>
        <p:nvSpPr>
          <p:cNvPr id="5" name="Footer Placeholder 4"/>
          <p:cNvSpPr>
            <a:spLocks noGrp="1"/>
          </p:cNvSpPr>
          <p:nvPr>
            <p:ph type="ftr" sz="quarter" idx="11"/>
          </p:nvPr>
        </p:nvSpPr>
        <p:spPr/>
        <p:txBody>
          <a:bodyPr/>
          <a:lstStyle/>
          <a:p>
            <a:pPr>
              <a:defRPr/>
            </a:pPr>
            <a:r>
              <a:rPr lang="en-US"/>
              <a:t>Information Technology Project Management, Seventh Edition</a:t>
            </a:r>
            <a:endParaRPr lang="en-US" dirty="0"/>
          </a:p>
        </p:txBody>
      </p:sp>
      <p:sp>
        <p:nvSpPr>
          <p:cNvPr id="6" name="Slide Number Placeholder 5"/>
          <p:cNvSpPr>
            <a:spLocks noGrp="1"/>
          </p:cNvSpPr>
          <p:nvPr>
            <p:ph type="sldNum" sz="quarter" idx="12"/>
          </p:nvPr>
        </p:nvSpPr>
        <p:spPr/>
        <p:txBody>
          <a:bodyPr/>
          <a:lstStyle/>
          <a:p>
            <a:pPr>
              <a:defRPr/>
            </a:pPr>
            <a:fld id="{13418779-1B42-43E3-AD0F-719051D42099}" type="slidenum">
              <a:rPr lang="en-US" smtClean="0"/>
              <a:pPr>
                <a:defRPr/>
              </a:pPr>
              <a:t>‹#›</a:t>
            </a:fld>
            <a:endParaRPr lang="en-US" dirty="0"/>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44013" y="274640"/>
            <a:ext cx="1777470" cy="5592761"/>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457200" y="274641"/>
            <a:ext cx="6324600" cy="5592760"/>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pPr>
              <a:defRPr/>
            </a:pPr>
            <a:endParaRPr lang="en-US" dirty="0"/>
          </a:p>
        </p:txBody>
      </p:sp>
      <p:sp>
        <p:nvSpPr>
          <p:cNvPr id="5" name="Footer Placeholder 4"/>
          <p:cNvSpPr>
            <a:spLocks noGrp="1"/>
          </p:cNvSpPr>
          <p:nvPr>
            <p:ph type="ftr" sz="quarter" idx="11"/>
          </p:nvPr>
        </p:nvSpPr>
        <p:spPr/>
        <p:txBody>
          <a:bodyPr/>
          <a:lstStyle/>
          <a:p>
            <a:pPr>
              <a:defRPr/>
            </a:pPr>
            <a:r>
              <a:rPr lang="en-US"/>
              <a:t>Information Technology Project Management, Seventh Edition</a:t>
            </a:r>
            <a:endParaRPr lang="en-US" dirty="0"/>
          </a:p>
        </p:txBody>
      </p:sp>
      <p:sp>
        <p:nvSpPr>
          <p:cNvPr id="6" name="Slide Number Placeholder 5"/>
          <p:cNvSpPr>
            <a:spLocks noGrp="1"/>
          </p:cNvSpPr>
          <p:nvPr>
            <p:ph type="sldNum" sz="quarter" idx="12"/>
          </p:nvPr>
        </p:nvSpPr>
        <p:spPr/>
        <p:txBody>
          <a:bodyPr/>
          <a:lstStyle/>
          <a:p>
            <a:pPr>
              <a:defRPr/>
            </a:pPr>
            <a:fld id="{D078B0EE-74BD-464F-A113-BF9301018BFA}" type="slidenum">
              <a:rPr lang="en-US" smtClean="0"/>
              <a:pPr>
                <a:defRPr/>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image" Target="../media/image1.jpeg"/><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274638"/>
            <a:ext cx="82296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027" name="Text Placeholder 2"/>
          <p:cNvSpPr>
            <a:spLocks noGrp="1"/>
          </p:cNvSpPr>
          <p:nvPr>
            <p:ph type="body" idx="1"/>
          </p:nvPr>
        </p:nvSpPr>
        <p:spPr bwMode="auto">
          <a:xfrm>
            <a:off x="457200" y="1600200"/>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wrap="square" lIns="91440" tIns="45720" rIns="91440" bIns="45720" numCol="1" anchor="ctr" anchorCtr="0" compatLnSpc="1">
            <a:prstTxWarp prst="textNoShape">
              <a:avLst/>
            </a:prstTxWarp>
          </a:bodyPr>
          <a:lstStyle>
            <a:lvl1pPr>
              <a:lnSpc>
                <a:spcPct val="90000"/>
              </a:lnSpc>
              <a:spcBef>
                <a:spcPct val="20000"/>
              </a:spcBef>
              <a:buFontTx/>
              <a:buChar char="•"/>
              <a:defRPr sz="1200">
                <a:solidFill>
                  <a:srgbClr val="898989"/>
                </a:solidFill>
                <a:latin typeface="Times New Roman" pitchFamily="18" charset="0"/>
              </a:defRPr>
            </a:lvl1pPr>
          </a:lstStyle>
          <a:p>
            <a:pPr>
              <a:defRPr/>
            </a:pPr>
            <a:endParaRPr lang="en-US" dirty="0"/>
          </a:p>
        </p:txBody>
      </p:sp>
      <p:sp>
        <p:nvSpPr>
          <p:cNvPr id="5" name="Footer Placeholder 4"/>
          <p:cNvSpPr>
            <a:spLocks noGrp="1"/>
          </p:cNvSpPr>
          <p:nvPr>
            <p:ph type="ftr" sz="quarter" idx="3"/>
          </p:nvPr>
        </p:nvSpPr>
        <p:spPr>
          <a:xfrm>
            <a:off x="3124200" y="6356350"/>
            <a:ext cx="2895600" cy="365125"/>
          </a:xfrm>
          <a:prstGeom prst="rect">
            <a:avLst/>
          </a:prstGeom>
        </p:spPr>
        <p:txBody>
          <a:bodyPr vert="horz" wrap="square" lIns="91440" tIns="45720" rIns="91440" bIns="45720" numCol="1" anchor="ctr" anchorCtr="0" compatLnSpc="1">
            <a:prstTxWarp prst="textNoShape">
              <a:avLst/>
            </a:prstTxWarp>
          </a:bodyPr>
          <a:lstStyle>
            <a:lvl1pPr algn="ctr">
              <a:lnSpc>
                <a:spcPct val="90000"/>
              </a:lnSpc>
              <a:spcBef>
                <a:spcPct val="20000"/>
              </a:spcBef>
              <a:buFontTx/>
              <a:buChar char="•"/>
              <a:defRPr sz="1200">
                <a:solidFill>
                  <a:srgbClr val="898989"/>
                </a:solidFill>
                <a:latin typeface="Times New Roman" pitchFamily="18" charset="0"/>
              </a:defRPr>
            </a:lvl1pPr>
          </a:lstStyle>
          <a:p>
            <a:pPr>
              <a:defRPr/>
            </a:pPr>
            <a:r>
              <a:rPr lang="en-US"/>
              <a:t>Information Technology Project Management, Seventh Edition</a:t>
            </a:r>
            <a:endParaRPr lang="en-US" dirty="0"/>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lnSpc>
                <a:spcPct val="90000"/>
              </a:lnSpc>
              <a:spcBef>
                <a:spcPct val="20000"/>
              </a:spcBef>
              <a:buFontTx/>
              <a:buChar char="•"/>
              <a:defRPr sz="1200">
                <a:solidFill>
                  <a:schemeClr val="tx1">
                    <a:tint val="75000"/>
                  </a:schemeClr>
                </a:solidFill>
                <a:latin typeface="Times New Roman" pitchFamily="18" charset="0"/>
              </a:defRPr>
            </a:lvl1pPr>
          </a:lstStyle>
          <a:p>
            <a:pPr>
              <a:defRPr/>
            </a:pPr>
            <a:fld id="{1BD45D22-0321-4823-8238-266049D2529C}" type="slidenum">
              <a:rPr lang="en-US"/>
              <a:pPr>
                <a:defRPr/>
              </a:pPr>
              <a:t>‹#›</a:t>
            </a:fld>
            <a:endParaRPr lang="en-US" dirty="0"/>
          </a:p>
        </p:txBody>
      </p:sp>
    </p:spTree>
  </p:cSld>
  <p:clrMap bg1="lt1" tx1="dk1" bg2="lt2" tx2="dk2" accent1="accent1" accent2="accent2" accent3="accent3" accent4="accent4" accent5="accent5" accent6="accent6" hlink="hlink" folHlink="folHlink"/>
  <p:sldLayoutIdLst>
    <p:sldLayoutId id="2147483809" r:id="rId1"/>
    <p:sldLayoutId id="2147483810" r:id="rId2"/>
    <p:sldLayoutId id="2147483811" r:id="rId3"/>
    <p:sldLayoutId id="2147483812" r:id="rId4"/>
    <p:sldLayoutId id="2147483813" r:id="rId5"/>
    <p:sldLayoutId id="2147483814" r:id="rId6"/>
    <p:sldLayoutId id="2147483815" r:id="rId7"/>
    <p:sldLayoutId id="2147483816" r:id="rId8"/>
    <p:sldLayoutId id="2147483817" r:id="rId9"/>
    <p:sldLayoutId id="2147483818" r:id="rId10"/>
    <p:sldLayoutId id="2147483819" r:id="rId11"/>
  </p:sldLayoutIdLst>
  <p:hf hdr="0" dt="0"/>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3" name="Freeform 12"/>
          <p:cNvSpPr>
            <a:spLocks/>
          </p:cNvSpPr>
          <p:nvPr/>
        </p:nvSpPr>
        <p:spPr bwMode="auto">
          <a:xfrm>
            <a:off x="716436" y="5001993"/>
            <a:ext cx="3802003" cy="1443111"/>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329" y="347"/>
                </a:moveTo>
                <a:lnTo>
                  <a:pt x="7156" y="682"/>
                </a:lnTo>
                <a:lnTo>
                  <a:pt x="5229" y="682"/>
                </a:lnTo>
                <a:lnTo>
                  <a:pt x="-328" y="345"/>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12" name="Freeform 11"/>
          <p:cNvSpPr>
            <a:spLocks/>
          </p:cNvSpPr>
          <p:nvPr/>
        </p:nvSpPr>
        <p:spPr bwMode="auto">
          <a:xfrm>
            <a:off x="-53561" y="5785023"/>
            <a:ext cx="3802003" cy="83820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817" y="97"/>
                </a:moveTo>
                <a:lnTo>
                  <a:pt x="6408" y="682"/>
                </a:lnTo>
                <a:lnTo>
                  <a:pt x="5232" y="685"/>
                </a:lnTo>
                <a:lnTo>
                  <a:pt x="829" y="101"/>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14" name="Right Triangle 13"/>
          <p:cNvSpPr>
            <a:spLocks/>
          </p:cNvSpPr>
          <p:nvPr/>
        </p:nvSpPr>
        <p:spPr bwMode="auto">
          <a:xfrm>
            <a:off x="-6042" y="5791253"/>
            <a:ext cx="3402314" cy="1080868"/>
          </a:xfrm>
          <a:prstGeom prst="rtTriangle">
            <a:avLst/>
          </a:prstGeom>
          <a:blipFill>
            <a:blip r:embed="rId13">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p>
            <a:pPr algn="ctr" eaLnBrk="1" latinLnBrk="0" hangingPunct="1"/>
            <a:endParaRPr kumimoji="0" lang="en-US" dirty="0"/>
          </a:p>
        </p:txBody>
      </p:sp>
      <p:cxnSp>
        <p:nvCxnSpPr>
          <p:cNvPr id="15" name="Straight Connector 14"/>
          <p:cNvCxnSpPr/>
          <p:nvPr/>
        </p:nvCxnSpPr>
        <p:spPr>
          <a:xfrm>
            <a:off x="-9237" y="5787738"/>
            <a:ext cx="340550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9" name="Title Placeholder 8"/>
          <p:cNvSpPr>
            <a:spLocks noGrp="1"/>
          </p:cNvSpPr>
          <p:nvPr>
            <p:ph type="title"/>
          </p:nvPr>
        </p:nvSpPr>
        <p:spPr>
          <a:xfrm>
            <a:off x="457200" y="274638"/>
            <a:ext cx="8229600" cy="1143000"/>
          </a:xfrm>
          <a:prstGeom prst="rect">
            <a:avLst/>
          </a:prstGeom>
        </p:spPr>
        <p:txBody>
          <a:bodyPr vert="horz" anchor="ctr">
            <a:normAutofit/>
            <a:scene3d>
              <a:camera prst="orthographicFront"/>
              <a:lightRig rig="soft" dir="t"/>
            </a:scene3d>
            <a:sp3d prstMaterial="softEdge">
              <a:bevelT w="25400" h="25400"/>
            </a:sp3d>
          </a:bodyPr>
          <a:lstStyle/>
          <a:p>
            <a:r>
              <a:rPr kumimoji="0" lang="en-US"/>
              <a:t>Click to edit Master title style</a:t>
            </a:r>
          </a:p>
        </p:txBody>
      </p:sp>
      <p:sp>
        <p:nvSpPr>
          <p:cNvPr id="30" name="Text Placeholder 29"/>
          <p:cNvSpPr>
            <a:spLocks noGrp="1"/>
          </p:cNvSpPr>
          <p:nvPr>
            <p:ph type="body" idx="1"/>
          </p:nvPr>
        </p:nvSpPr>
        <p:spPr>
          <a:xfrm>
            <a:off x="457200" y="1481328"/>
            <a:ext cx="8229600" cy="4525963"/>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0" name="Date Placeholder 9"/>
          <p:cNvSpPr>
            <a:spLocks noGrp="1"/>
          </p:cNvSpPr>
          <p:nvPr>
            <p:ph type="dt" sz="half" idx="2"/>
          </p:nvPr>
        </p:nvSpPr>
        <p:spPr>
          <a:xfrm>
            <a:off x="6727032" y="6407944"/>
            <a:ext cx="1920240" cy="365760"/>
          </a:xfrm>
          <a:prstGeom prst="rect">
            <a:avLst/>
          </a:prstGeom>
        </p:spPr>
        <p:txBody>
          <a:bodyPr vert="horz" anchor="b"/>
          <a:lstStyle>
            <a:lvl1pPr algn="l" eaLnBrk="1" latinLnBrk="0" hangingPunct="1">
              <a:defRPr kumimoji="0" sz="1000">
                <a:solidFill>
                  <a:schemeClr val="tx1"/>
                </a:solidFill>
              </a:defRPr>
            </a:lvl1pPr>
            <a:extLst/>
          </a:lstStyle>
          <a:p>
            <a:pPr>
              <a:defRPr/>
            </a:pPr>
            <a:endParaRPr lang="en-US" dirty="0"/>
          </a:p>
        </p:txBody>
      </p:sp>
      <p:sp>
        <p:nvSpPr>
          <p:cNvPr id="22" name="Footer Placeholder 21"/>
          <p:cNvSpPr>
            <a:spLocks noGrp="1"/>
          </p:cNvSpPr>
          <p:nvPr>
            <p:ph type="ftr" sz="quarter" idx="3"/>
          </p:nvPr>
        </p:nvSpPr>
        <p:spPr>
          <a:xfrm>
            <a:off x="4380072" y="6407944"/>
            <a:ext cx="2350681" cy="365125"/>
          </a:xfrm>
          <a:prstGeom prst="rect">
            <a:avLst/>
          </a:prstGeom>
        </p:spPr>
        <p:txBody>
          <a:bodyPr vert="horz" anchor="b"/>
          <a:lstStyle>
            <a:lvl1pPr algn="r" eaLnBrk="1" latinLnBrk="0" hangingPunct="1">
              <a:defRPr kumimoji="0" sz="1000">
                <a:solidFill>
                  <a:schemeClr val="tx1"/>
                </a:solidFill>
              </a:defRPr>
            </a:lvl1pPr>
            <a:extLst/>
          </a:lstStyle>
          <a:p>
            <a:pPr>
              <a:defRPr/>
            </a:pPr>
            <a:r>
              <a:rPr lang="en-US"/>
              <a:t>Information Technology Project Management, Seventh Edition</a:t>
            </a:r>
            <a:endParaRPr lang="en-US" dirty="0"/>
          </a:p>
        </p:txBody>
      </p:sp>
      <p:sp>
        <p:nvSpPr>
          <p:cNvPr id="18" name="Slide Number Placeholder 17"/>
          <p:cNvSpPr>
            <a:spLocks noGrp="1"/>
          </p:cNvSpPr>
          <p:nvPr>
            <p:ph type="sldNum" sz="quarter" idx="4"/>
          </p:nvPr>
        </p:nvSpPr>
        <p:spPr>
          <a:xfrm>
            <a:off x="8647272" y="6407944"/>
            <a:ext cx="365760" cy="365125"/>
          </a:xfrm>
          <a:prstGeom prst="rect">
            <a:avLst/>
          </a:prstGeom>
        </p:spPr>
        <p:txBody>
          <a:bodyPr vert="horz" anchor="b"/>
          <a:lstStyle>
            <a:lvl1pPr algn="r" eaLnBrk="1" latinLnBrk="0" hangingPunct="1">
              <a:defRPr kumimoji="0" sz="1000" b="0">
                <a:solidFill>
                  <a:schemeClr val="tx1"/>
                </a:solidFill>
              </a:defRPr>
            </a:lvl1pPr>
            <a:extLst/>
          </a:lstStyle>
          <a:p>
            <a:pPr>
              <a:defRPr/>
            </a:pPr>
            <a:fld id="{1BD45D22-0321-4823-8238-266049D2529C}" type="slidenum">
              <a:rPr lang="en-US" smtClean="0"/>
              <a:pPr>
                <a:defRPr/>
              </a:pPr>
              <a:t>‹#›</a:t>
            </a:fld>
            <a:endParaRPr lang="en-US" dirty="0"/>
          </a:p>
        </p:txBody>
      </p:sp>
    </p:spTree>
  </p:cSld>
  <p:clrMap bg1="lt1" tx1="dk1" bg2="lt2" tx2="dk2" accent1="accent1" accent2="accent2" accent3="accent3" accent4="accent4" accent5="accent5" accent6="accent6" hlink="hlink" folHlink="folHlink"/>
  <p:sldLayoutIdLst>
    <p:sldLayoutId id="2147483832" r:id="rId1"/>
    <p:sldLayoutId id="2147483833" r:id="rId2"/>
    <p:sldLayoutId id="2147483834" r:id="rId3"/>
    <p:sldLayoutId id="2147483835" r:id="rId4"/>
    <p:sldLayoutId id="2147483836" r:id="rId5"/>
    <p:sldLayoutId id="2147483837" r:id="rId6"/>
    <p:sldLayoutId id="2147483838" r:id="rId7"/>
    <p:sldLayoutId id="2147483839" r:id="rId8"/>
    <p:sldLayoutId id="2147483840" r:id="rId9"/>
    <p:sldLayoutId id="2147483841" r:id="rId10"/>
    <p:sldLayoutId id="2147483842" r:id="rId11"/>
  </p:sldLayoutIdLst>
  <p:hf hdr="0" dt="0"/>
  <p:txStyles>
    <p:titleStyle>
      <a:lvl1pPr algn="l" rtl="0" eaLnBrk="1" latinLnBrk="0" hangingPunct="1">
        <a:spcBef>
          <a:spcPct val="0"/>
        </a:spcBef>
        <a:buNone/>
        <a:defRPr kumimoji="0" sz="4100" b="1" kern="1200">
          <a:solidFill>
            <a:schemeClr val="tx2"/>
          </a:solidFill>
          <a:effectLst>
            <a:outerShdw blurRad="31750" dist="25400" dir="5400000" algn="tl" rotWithShape="0">
              <a:srgbClr val="000000">
                <a:alpha val="25000"/>
              </a:srgbClr>
            </a:outerShdw>
          </a:effectLst>
          <a:latin typeface="+mj-lt"/>
          <a:ea typeface="+mj-ea"/>
          <a:cs typeface="+mj-cs"/>
        </a:defRPr>
      </a:lvl1pPr>
      <a:extLst/>
    </p:titleStyle>
    <p:bodyStyle>
      <a:lvl1pPr marL="365760" indent="-256032" algn="l" rtl="0" eaLnBrk="1" latinLnBrk="0" hangingPunct="1">
        <a:spcBef>
          <a:spcPts val="400"/>
        </a:spcBef>
        <a:spcAft>
          <a:spcPts val="0"/>
        </a:spcAft>
        <a:buClr>
          <a:schemeClr val="accent1"/>
        </a:buClr>
        <a:buSzPct val="68000"/>
        <a:buFont typeface="Wingdings 3"/>
        <a:buChar char=""/>
        <a:defRPr kumimoji="0" sz="2700" kern="1200">
          <a:solidFill>
            <a:schemeClr val="tx1"/>
          </a:solidFill>
          <a:latin typeface="+mn-lt"/>
          <a:ea typeface="+mn-ea"/>
          <a:cs typeface="+mn-cs"/>
        </a:defRPr>
      </a:lvl1pPr>
      <a:lvl2pPr marL="621792" indent="-228600" algn="l" rtl="0" eaLnBrk="1" latinLnBrk="0" hangingPunct="1">
        <a:spcBef>
          <a:spcPts val="324"/>
        </a:spcBef>
        <a:buClr>
          <a:schemeClr val="accent1"/>
        </a:buClr>
        <a:buFont typeface="Verdana"/>
        <a:buChar char="◦"/>
        <a:defRPr kumimoji="0" sz="2300" kern="1200">
          <a:solidFill>
            <a:schemeClr val="tx1"/>
          </a:solidFill>
          <a:latin typeface="+mn-lt"/>
          <a:ea typeface="+mn-ea"/>
          <a:cs typeface="+mn-cs"/>
        </a:defRPr>
      </a:lvl2pPr>
      <a:lvl3pPr marL="859536" indent="-228600" algn="l" rtl="0" eaLnBrk="1" latinLnBrk="0" hangingPunct="1">
        <a:spcBef>
          <a:spcPts val="350"/>
        </a:spcBef>
        <a:buClr>
          <a:schemeClr val="accent2"/>
        </a:buClr>
        <a:buSzPct val="100000"/>
        <a:buFont typeface="Wingdings 2"/>
        <a:buChar char=""/>
        <a:defRPr kumimoji="0" sz="2100" kern="1200">
          <a:solidFill>
            <a:schemeClr val="tx1"/>
          </a:solidFill>
          <a:latin typeface="+mn-lt"/>
          <a:ea typeface="+mn-ea"/>
          <a:cs typeface="+mn-cs"/>
        </a:defRPr>
      </a:lvl3pPr>
      <a:lvl4pPr marL="1143000" indent="-228600" algn="l" rtl="0" eaLnBrk="1" latinLnBrk="0" hangingPunct="1">
        <a:spcBef>
          <a:spcPts val="350"/>
        </a:spcBef>
        <a:buClr>
          <a:schemeClr val="accent2"/>
        </a:buClr>
        <a:buFont typeface="Wingdings 2"/>
        <a:buChar char=""/>
        <a:defRPr kumimoji="0" sz="1900" kern="1200">
          <a:solidFill>
            <a:schemeClr val="tx1"/>
          </a:solidFill>
          <a:latin typeface="+mn-lt"/>
          <a:ea typeface="+mn-ea"/>
          <a:cs typeface="+mn-cs"/>
        </a:defRPr>
      </a:lvl4pPr>
      <a:lvl5pPr marL="1371600" indent="-228600" algn="l" rtl="0" eaLnBrk="1" latinLnBrk="0" hangingPunct="1">
        <a:spcBef>
          <a:spcPts val="350"/>
        </a:spcBef>
        <a:buClr>
          <a:schemeClr val="accent2"/>
        </a:buClr>
        <a:buFont typeface="Wingdings 2"/>
        <a:buChar char=""/>
        <a:defRPr kumimoji="0" sz="1800" kern="1200">
          <a:solidFill>
            <a:schemeClr val="tx1"/>
          </a:solidFill>
          <a:latin typeface="+mn-lt"/>
          <a:ea typeface="+mn-ea"/>
          <a:cs typeface="+mn-cs"/>
        </a:defRPr>
      </a:lvl5pPr>
      <a:lvl6pPr marL="1600200" indent="-228600" algn="l" rtl="0" eaLnBrk="1" latinLnBrk="0" hangingPunct="1">
        <a:spcBef>
          <a:spcPts val="350"/>
        </a:spcBef>
        <a:buClr>
          <a:schemeClr val="accent3"/>
        </a:buClr>
        <a:buFont typeface="Wingdings 2"/>
        <a:buChar char=""/>
        <a:defRPr kumimoji="0" sz="1800" kern="1200">
          <a:solidFill>
            <a:schemeClr val="tx1"/>
          </a:solidFill>
          <a:latin typeface="+mn-lt"/>
          <a:ea typeface="+mn-ea"/>
          <a:cs typeface="+mn-cs"/>
        </a:defRPr>
      </a:lvl6pPr>
      <a:lvl7pPr marL="18288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7pPr>
      <a:lvl8pPr marL="20574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8pPr>
      <a:lvl9pPr marL="2286000" indent="-228600" algn="l" rtl="0" eaLnBrk="1" latinLnBrk="0" hangingPunct="1">
        <a:spcBef>
          <a:spcPts val="350"/>
        </a:spcBef>
        <a:buClr>
          <a:schemeClr val="accent3"/>
        </a:buClr>
        <a:buFont typeface="Wingdings 2"/>
        <a:buChar char=""/>
        <a:defRPr kumimoji="0" sz="1600" kern="1200" baseline="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3" Type="http://schemas.openxmlformats.org/officeDocument/2006/relationships/hyperlink" Target="http://baike.sogou.com/lemma/ShowInnerLink.htm?lemmaId=6067267" TargetMode="External"/><Relationship Id="rId2" Type="http://schemas.openxmlformats.org/officeDocument/2006/relationships/hyperlink" Target="http://baike.sogou.com/lemma/ShowInnerLink.htm?lemmaId=341800" TargetMode="External"/><Relationship Id="rId1" Type="http://schemas.openxmlformats.org/officeDocument/2006/relationships/slideLayout" Target="../slideLayouts/slideLayout13.xml"/><Relationship Id="rId5" Type="http://schemas.openxmlformats.org/officeDocument/2006/relationships/hyperlink" Target="http://baike.sogou.com/lemma/ShowInnerLink.htm?lemmaId=5676419" TargetMode="External"/><Relationship Id="rId4" Type="http://schemas.openxmlformats.org/officeDocument/2006/relationships/hyperlink" Target="http://baike.sogou.com/lemma/ShowInnerLink.htm?lemmaId=6067218" TargetMode="External"/></Relationships>
</file>

<file path=ppt/slides/_rels/slide1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3.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4.xml.rels><?xml version="1.0" encoding="UTF-8" standalone="yes"?>
<Relationships xmlns="http://schemas.openxmlformats.org/package/2006/relationships"><Relationship Id="rId2" Type="http://schemas.openxmlformats.org/officeDocument/2006/relationships/image" Target="../media/image17.JPG"/><Relationship Id="rId1" Type="http://schemas.openxmlformats.org/officeDocument/2006/relationships/slideLayout" Target="../slideLayouts/slideLayout13.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ctrTitle"/>
          </p:nvPr>
        </p:nvSpPr>
        <p:spPr>
          <a:xfrm>
            <a:off x="533400" y="1600200"/>
            <a:ext cx="7772400" cy="1349375"/>
          </a:xfrm>
        </p:spPr>
        <p:txBody>
          <a:bodyPr>
            <a:noAutofit/>
          </a:bodyPr>
          <a:lstStyle/>
          <a:p>
            <a:pPr eaLnBrk="1" fontAlgn="auto" hangingPunct="1">
              <a:spcAft>
                <a:spcPts val="0"/>
              </a:spcAft>
              <a:defRPr/>
            </a:pPr>
            <a:r>
              <a:rPr>
                <a:effectLst>
                  <a:outerShdw blurRad="38100" dist="38100" dir="2700000" algn="tl">
                    <a:srgbClr val="FFFFFF"/>
                  </a:outerShdw>
                </a:effectLst>
                <a:latin typeface="Arial Rounded MT Bold" pitchFamily="34" charset="0"/>
              </a:rPr>
              <a:t>Chapter 4:</a:t>
            </a:r>
            <a:br>
              <a:rPr>
                <a:effectLst>
                  <a:outerShdw blurRad="38100" dist="38100" dir="2700000" algn="tl">
                    <a:srgbClr val="FFFFFF"/>
                  </a:outerShdw>
                </a:effectLst>
                <a:latin typeface="Arial Rounded MT Bold" pitchFamily="34" charset="0"/>
              </a:rPr>
            </a:br>
            <a:r>
              <a:rPr>
                <a:effectLst>
                  <a:outerShdw blurRad="38100" dist="38100" dir="2700000" algn="tl">
                    <a:srgbClr val="FFFFFF"/>
                  </a:outerShdw>
                </a:effectLst>
                <a:latin typeface="Arial Rounded MT Bold" pitchFamily="34" charset="0"/>
              </a:rPr>
              <a:t>Project Integration Management</a:t>
            </a:r>
          </a:p>
        </p:txBody>
      </p:sp>
      <p:sp>
        <p:nvSpPr>
          <p:cNvPr id="5" name="Rectangle 3"/>
          <p:cNvSpPr>
            <a:spLocks noChangeArrowheads="1"/>
          </p:cNvSpPr>
          <p:nvPr/>
        </p:nvSpPr>
        <p:spPr bwMode="auto">
          <a:xfrm>
            <a:off x="152400" y="3657600"/>
            <a:ext cx="5791200" cy="1349375"/>
          </a:xfrm>
          <a:prstGeom prst="rect">
            <a:avLst/>
          </a:prstGeom>
          <a:noFill/>
          <a:ln w="9525">
            <a:noFill/>
            <a:miter lim="800000"/>
            <a:headEnd/>
            <a:tailEnd/>
          </a:ln>
          <a:effectLst/>
        </p:spPr>
        <p:txBody>
          <a:bodyPr/>
          <a:lstStyle/>
          <a:p>
            <a:pPr>
              <a:defRPr/>
            </a:pPr>
            <a:r>
              <a:rPr lang="en-US" sz="2800" b="1" dirty="0">
                <a:solidFill>
                  <a:schemeClr val="tx2"/>
                </a:solidFill>
                <a:effectLst>
                  <a:outerShdw blurRad="38100" dist="38100" dir="2700000" algn="tl">
                    <a:srgbClr val="FFFFFF"/>
                  </a:outerShdw>
                </a:effectLst>
                <a:latin typeface="Arial Rounded MT Bold" pitchFamily="34" charset="0"/>
                <a:ea typeface="+mj-ea"/>
                <a:cs typeface="+mj-cs"/>
              </a:rPr>
              <a:t>Information Technology Project Management, Seventh Edition</a:t>
            </a:r>
          </a:p>
        </p:txBody>
      </p:sp>
      <p:sp>
        <p:nvSpPr>
          <p:cNvPr id="7" name="TextBox 6"/>
          <p:cNvSpPr txBox="1"/>
          <p:nvPr/>
        </p:nvSpPr>
        <p:spPr>
          <a:xfrm>
            <a:off x="304800" y="5791200"/>
            <a:ext cx="4793300" cy="430887"/>
          </a:xfrm>
          <a:prstGeom prst="rect">
            <a:avLst/>
          </a:prstGeom>
          <a:noFill/>
        </p:spPr>
        <p:txBody>
          <a:bodyPr wrap="none" rtlCol="0">
            <a:spAutoFit/>
          </a:bodyPr>
          <a:lstStyle/>
          <a:p>
            <a:r>
              <a:rPr lang="en-US" dirty="0"/>
              <a:t>Note: See the text itself for full citations.</a:t>
            </a:r>
          </a:p>
        </p:txBody>
      </p:sp>
      <p:pic>
        <p:nvPicPr>
          <p:cNvPr id="8" name="Picture 5" descr="Information Technology Project Management"/>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30153" y="3034843"/>
            <a:ext cx="2971800" cy="29718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21" name="Rectangle 3"/>
          <p:cNvSpPr>
            <a:spLocks noGrp="1" noChangeArrowheads="1"/>
          </p:cNvSpPr>
          <p:nvPr>
            <p:ph idx="1"/>
          </p:nvPr>
        </p:nvSpPr>
        <p:spPr>
          <a:xfrm>
            <a:off x="457200" y="1447800"/>
            <a:ext cx="8458200" cy="4572000"/>
          </a:xfrm>
        </p:spPr>
        <p:txBody>
          <a:bodyPr>
            <a:normAutofit lnSpcReduction="10000"/>
          </a:bodyPr>
          <a:lstStyle/>
          <a:p>
            <a:r>
              <a:rPr lang="en-US" dirty="0"/>
              <a:t>Describe an overall framework for project integration management as it relates to the other project management knowledge areas and the project life cycle</a:t>
            </a:r>
          </a:p>
          <a:p>
            <a:r>
              <a:rPr lang="en-US" dirty="0"/>
              <a:t>Discuss the strategic planning process and apply different project selection methods</a:t>
            </a:r>
          </a:p>
          <a:p>
            <a:r>
              <a:rPr lang="en-US" dirty="0"/>
              <a:t>Explain the importance of creating a project charter to formally initiate projects</a:t>
            </a:r>
          </a:p>
          <a:p>
            <a:r>
              <a:rPr lang="en-US" dirty="0"/>
              <a:t>Describe project management plan development, understand the content of these plans, and review approaches for creating them</a:t>
            </a:r>
          </a:p>
        </p:txBody>
      </p:sp>
      <p:sp>
        <p:nvSpPr>
          <p:cNvPr id="9218" name="Footer Placeholder 3"/>
          <p:cNvSpPr>
            <a:spLocks noGrp="1"/>
          </p:cNvSpPr>
          <p:nvPr>
            <p:ph type="ftr" sz="quarter" idx="11"/>
          </p:nvPr>
        </p:nvSpPr>
        <p:spPr bwMode="auto">
          <a:noFill/>
          <a:ln>
            <a:miter lim="800000"/>
            <a:headEnd/>
            <a:tailEnd/>
          </a:ln>
        </p:spPr>
        <p:txBody>
          <a:bodyPr/>
          <a:lstStyle/>
          <a:p>
            <a:r>
              <a:rPr lang="en-US"/>
              <a:t>Information Technology Project Management, Seventh Edition</a:t>
            </a:r>
            <a:endParaRPr lang="en-US" dirty="0"/>
          </a:p>
        </p:txBody>
      </p:sp>
      <p:sp>
        <p:nvSpPr>
          <p:cNvPr id="5" name="Slide Number Placeholder 4"/>
          <p:cNvSpPr>
            <a:spLocks noGrp="1"/>
          </p:cNvSpPr>
          <p:nvPr>
            <p:ph type="sldNum" sz="quarter" idx="12"/>
          </p:nvPr>
        </p:nvSpPr>
        <p:spPr/>
        <p:txBody>
          <a:bodyPr/>
          <a:lstStyle/>
          <a:p>
            <a:pPr>
              <a:defRPr/>
            </a:pPr>
            <a:fld id="{B6EE30CD-489B-4D2B-B7A4-DAB20CFFC566}" type="slidenum">
              <a:rPr lang="en-US"/>
              <a:pPr>
                <a:defRPr/>
              </a:pPr>
              <a:t>2</a:t>
            </a:fld>
            <a:endParaRPr lang="en-US" dirty="0"/>
          </a:p>
        </p:txBody>
      </p:sp>
      <p:sp>
        <p:nvSpPr>
          <p:cNvPr id="9220" name="Rectangle 2"/>
          <p:cNvSpPr>
            <a:spLocks noGrp="1" noChangeArrowheads="1"/>
          </p:cNvSpPr>
          <p:nvPr>
            <p:ph type="title"/>
          </p:nvPr>
        </p:nvSpPr>
        <p:spPr/>
        <p:txBody>
          <a:bodyPr/>
          <a:lstStyle/>
          <a:p>
            <a:r>
              <a:rPr lang="en-US" dirty="0"/>
              <a:t>Learning Objectives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5" name="Rectangle 3"/>
          <p:cNvSpPr>
            <a:spLocks noGrp="1" noChangeArrowheads="1"/>
          </p:cNvSpPr>
          <p:nvPr>
            <p:ph idx="1"/>
          </p:nvPr>
        </p:nvSpPr>
        <p:spPr>
          <a:xfrm>
            <a:off x="457200" y="1481328"/>
            <a:ext cx="8382000" cy="4690872"/>
          </a:xfrm>
        </p:spPr>
        <p:txBody>
          <a:bodyPr>
            <a:normAutofit fontScale="92500" lnSpcReduction="20000"/>
          </a:bodyPr>
          <a:lstStyle/>
          <a:p>
            <a:r>
              <a:rPr lang="en-US" dirty="0"/>
              <a:t>Explain project execution, its relationship to project planning, the factors related to successful results, and tools and techniques to assist in directing and managing project work</a:t>
            </a:r>
          </a:p>
          <a:p>
            <a:r>
              <a:rPr lang="en-US" dirty="0"/>
              <a:t>Describe the process of monitoring and controlling a project</a:t>
            </a:r>
          </a:p>
          <a:p>
            <a:r>
              <a:rPr lang="en-US" dirty="0"/>
              <a:t>Understand the integrated change control process, planning for and managing changes on information technology (IT) projects, and developing and using a change control system</a:t>
            </a:r>
          </a:p>
          <a:p>
            <a:r>
              <a:rPr lang="en-US" dirty="0"/>
              <a:t>Explain the importance of developing and following good procedures for closing projects</a:t>
            </a:r>
          </a:p>
          <a:p>
            <a:r>
              <a:rPr lang="en-US" dirty="0"/>
              <a:t>Describe how software can assist in project integration management</a:t>
            </a:r>
          </a:p>
        </p:txBody>
      </p:sp>
      <p:sp>
        <p:nvSpPr>
          <p:cNvPr id="10242" name="Footer Placeholder 3"/>
          <p:cNvSpPr>
            <a:spLocks noGrp="1"/>
          </p:cNvSpPr>
          <p:nvPr>
            <p:ph type="ftr" sz="quarter" idx="11"/>
          </p:nvPr>
        </p:nvSpPr>
        <p:spPr bwMode="auto">
          <a:noFill/>
          <a:ln>
            <a:miter lim="800000"/>
            <a:headEnd/>
            <a:tailEnd/>
          </a:ln>
        </p:spPr>
        <p:txBody>
          <a:bodyPr/>
          <a:lstStyle/>
          <a:p>
            <a:r>
              <a:rPr lang="en-US"/>
              <a:t>Information Technology Project Management, Seventh Edition</a:t>
            </a:r>
            <a:endParaRPr lang="en-US" dirty="0"/>
          </a:p>
        </p:txBody>
      </p:sp>
      <p:sp>
        <p:nvSpPr>
          <p:cNvPr id="5" name="Slide Number Placeholder 4"/>
          <p:cNvSpPr>
            <a:spLocks noGrp="1"/>
          </p:cNvSpPr>
          <p:nvPr>
            <p:ph type="sldNum" sz="quarter" idx="12"/>
          </p:nvPr>
        </p:nvSpPr>
        <p:spPr/>
        <p:txBody>
          <a:bodyPr/>
          <a:lstStyle/>
          <a:p>
            <a:pPr>
              <a:defRPr/>
            </a:pPr>
            <a:fld id="{6DA413B7-C3AB-4BA8-9874-CC909DD0207D}" type="slidenum">
              <a:rPr lang="en-US"/>
              <a:pPr>
                <a:defRPr/>
              </a:pPr>
              <a:t>3</a:t>
            </a:fld>
            <a:endParaRPr lang="en-US" dirty="0"/>
          </a:p>
        </p:txBody>
      </p:sp>
      <p:sp>
        <p:nvSpPr>
          <p:cNvPr id="10244" name="Rectangle 2"/>
          <p:cNvSpPr>
            <a:spLocks noGrp="1" noChangeArrowheads="1"/>
          </p:cNvSpPr>
          <p:nvPr>
            <p:ph type="title"/>
          </p:nvPr>
        </p:nvSpPr>
        <p:spPr/>
        <p:txBody>
          <a:bodyPr/>
          <a:lstStyle/>
          <a:p>
            <a:r>
              <a:rPr lang="en-US" dirty="0"/>
              <a:t>Learning Objectives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7" name="Rectangle 3"/>
          <p:cNvSpPr>
            <a:spLocks noGrp="1" noChangeArrowheads="1"/>
          </p:cNvSpPr>
          <p:nvPr>
            <p:ph idx="1"/>
          </p:nvPr>
        </p:nvSpPr>
        <p:spPr>
          <a:xfrm>
            <a:off x="228600" y="1371600"/>
            <a:ext cx="8491538" cy="4791075"/>
          </a:xfrm>
        </p:spPr>
        <p:txBody>
          <a:bodyPr>
            <a:normAutofit/>
          </a:bodyPr>
          <a:lstStyle/>
          <a:p>
            <a:r>
              <a:rPr lang="en-US" dirty="0"/>
              <a:t>1. Developing the project charter involves working with stakeholders to create the document that formally authorizes a project—the charter.</a:t>
            </a:r>
          </a:p>
          <a:p>
            <a:r>
              <a:rPr lang="en-US" dirty="0"/>
              <a:t>2. Developing the project management plan involves coordinating all planning efforts to create a consistent, coherent document—the project management plan.</a:t>
            </a:r>
          </a:p>
          <a:p>
            <a:r>
              <a:rPr lang="en-US" dirty="0"/>
              <a:t>3. Directing and managing project work involves carrying out the project management plan by performing the activities included in it.</a:t>
            </a:r>
          </a:p>
        </p:txBody>
      </p:sp>
      <p:sp>
        <p:nvSpPr>
          <p:cNvPr id="13314" name="Footer Placeholder 3"/>
          <p:cNvSpPr>
            <a:spLocks noGrp="1"/>
          </p:cNvSpPr>
          <p:nvPr>
            <p:ph type="ftr" sz="quarter" idx="11"/>
          </p:nvPr>
        </p:nvSpPr>
        <p:spPr bwMode="auto">
          <a:noFill/>
          <a:ln>
            <a:miter lim="800000"/>
            <a:headEnd/>
            <a:tailEnd/>
          </a:ln>
        </p:spPr>
        <p:txBody>
          <a:bodyPr/>
          <a:lstStyle/>
          <a:p>
            <a:r>
              <a:rPr lang="en-US"/>
              <a:t>Information Technology Project Management, Seventh Edition</a:t>
            </a:r>
            <a:endParaRPr lang="en-US" dirty="0"/>
          </a:p>
        </p:txBody>
      </p:sp>
      <p:sp>
        <p:nvSpPr>
          <p:cNvPr id="5" name="Slide Number Placeholder 4"/>
          <p:cNvSpPr>
            <a:spLocks noGrp="1"/>
          </p:cNvSpPr>
          <p:nvPr>
            <p:ph type="sldNum" sz="quarter" idx="12"/>
          </p:nvPr>
        </p:nvSpPr>
        <p:spPr/>
        <p:txBody>
          <a:bodyPr/>
          <a:lstStyle/>
          <a:p>
            <a:pPr>
              <a:defRPr/>
            </a:pPr>
            <a:fld id="{5A638D7D-6CB4-4E4C-8852-D9CAD93D4C45}" type="slidenum">
              <a:rPr lang="en-US"/>
              <a:pPr>
                <a:defRPr/>
              </a:pPr>
              <a:t>4</a:t>
            </a:fld>
            <a:endParaRPr lang="en-US" dirty="0"/>
          </a:p>
        </p:txBody>
      </p:sp>
      <p:sp>
        <p:nvSpPr>
          <p:cNvPr id="13316" name="Rectangle 2"/>
          <p:cNvSpPr>
            <a:spLocks noGrp="1" noChangeArrowheads="1"/>
          </p:cNvSpPr>
          <p:nvPr>
            <p:ph type="title"/>
          </p:nvPr>
        </p:nvSpPr>
        <p:spPr/>
        <p:txBody>
          <a:bodyPr>
            <a:normAutofit fontScale="90000"/>
          </a:bodyPr>
          <a:lstStyle/>
          <a:p>
            <a:r>
              <a:rPr lang="en-US" dirty="0"/>
              <a:t>Project Integration Management Processes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41" name="Rectangle 3"/>
          <p:cNvSpPr>
            <a:spLocks noGrp="1" noChangeArrowheads="1"/>
          </p:cNvSpPr>
          <p:nvPr>
            <p:ph idx="1"/>
          </p:nvPr>
        </p:nvSpPr>
        <p:spPr>
          <a:xfrm>
            <a:off x="457200" y="1676400"/>
            <a:ext cx="8229600" cy="4330891"/>
          </a:xfrm>
        </p:spPr>
        <p:txBody>
          <a:bodyPr>
            <a:normAutofit/>
          </a:bodyPr>
          <a:lstStyle/>
          <a:p>
            <a:r>
              <a:rPr lang="en-US" dirty="0"/>
              <a:t>Monitoring and controlling project work involves overseeing activities to meet the performance objectives of the project</a:t>
            </a:r>
          </a:p>
          <a:p>
            <a:r>
              <a:rPr lang="en-US" dirty="0"/>
              <a:t>Performing integrated change control involves identifying, evaluating, and managing changes throughout the project life cycle. </a:t>
            </a:r>
          </a:p>
          <a:p>
            <a:r>
              <a:rPr lang="en-US" dirty="0"/>
              <a:t>Closing the project or phase involves finalizing all activities to formally close the project or phase.</a:t>
            </a:r>
          </a:p>
        </p:txBody>
      </p:sp>
      <p:sp>
        <p:nvSpPr>
          <p:cNvPr id="14338" name="Footer Placeholder 3"/>
          <p:cNvSpPr>
            <a:spLocks noGrp="1"/>
          </p:cNvSpPr>
          <p:nvPr>
            <p:ph type="ftr" sz="quarter" idx="11"/>
          </p:nvPr>
        </p:nvSpPr>
        <p:spPr bwMode="auto">
          <a:noFill/>
          <a:ln>
            <a:miter lim="800000"/>
            <a:headEnd/>
            <a:tailEnd/>
          </a:ln>
        </p:spPr>
        <p:txBody>
          <a:bodyPr/>
          <a:lstStyle/>
          <a:p>
            <a:r>
              <a:rPr lang="en-US"/>
              <a:t>Information Technology Project Management, Seventh Edition</a:t>
            </a:r>
            <a:endParaRPr lang="en-US" dirty="0"/>
          </a:p>
        </p:txBody>
      </p:sp>
      <p:sp>
        <p:nvSpPr>
          <p:cNvPr id="5" name="Slide Number Placeholder 4"/>
          <p:cNvSpPr>
            <a:spLocks noGrp="1"/>
          </p:cNvSpPr>
          <p:nvPr>
            <p:ph type="sldNum" sz="quarter" idx="12"/>
          </p:nvPr>
        </p:nvSpPr>
        <p:spPr/>
        <p:txBody>
          <a:bodyPr/>
          <a:lstStyle/>
          <a:p>
            <a:pPr>
              <a:defRPr/>
            </a:pPr>
            <a:fld id="{2D4A2C9D-D88A-4E49-9868-C35180CCD6D8}" type="slidenum">
              <a:rPr lang="en-US"/>
              <a:pPr>
                <a:defRPr/>
              </a:pPr>
              <a:t>5</a:t>
            </a:fld>
            <a:endParaRPr lang="en-US" dirty="0"/>
          </a:p>
        </p:txBody>
      </p:sp>
      <p:sp>
        <p:nvSpPr>
          <p:cNvPr id="14340" name="Rectangle 2"/>
          <p:cNvSpPr>
            <a:spLocks noGrp="1" noChangeArrowheads="1"/>
          </p:cNvSpPr>
          <p:nvPr>
            <p:ph type="title"/>
          </p:nvPr>
        </p:nvSpPr>
        <p:spPr/>
        <p:txBody>
          <a:bodyPr>
            <a:normAutofit fontScale="90000"/>
          </a:bodyPr>
          <a:lstStyle/>
          <a:p>
            <a:r>
              <a:rPr lang="en-US" dirty="0"/>
              <a:t>Project Integration Management Processes (cont’d)</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3" name="Footer Placeholder 3"/>
          <p:cNvSpPr>
            <a:spLocks noGrp="1"/>
          </p:cNvSpPr>
          <p:nvPr>
            <p:ph type="ftr" sz="quarter" idx="11"/>
          </p:nvPr>
        </p:nvSpPr>
        <p:spPr bwMode="auto">
          <a:noFill/>
          <a:ln>
            <a:miter lim="800000"/>
            <a:headEnd/>
            <a:tailEnd/>
          </a:ln>
        </p:spPr>
        <p:txBody>
          <a:bodyPr/>
          <a:lstStyle/>
          <a:p>
            <a:r>
              <a:rPr lang="en-US"/>
              <a:t>Information Technology Project Management, Seventh Edition</a:t>
            </a:r>
            <a:endParaRPr lang="en-US" dirty="0"/>
          </a:p>
        </p:txBody>
      </p:sp>
      <p:sp>
        <p:nvSpPr>
          <p:cNvPr id="5" name="Slide Number Placeholder 4"/>
          <p:cNvSpPr>
            <a:spLocks noGrp="1"/>
          </p:cNvSpPr>
          <p:nvPr>
            <p:ph type="sldNum" sz="quarter" idx="12"/>
          </p:nvPr>
        </p:nvSpPr>
        <p:spPr/>
        <p:txBody>
          <a:bodyPr/>
          <a:lstStyle/>
          <a:p>
            <a:pPr>
              <a:defRPr/>
            </a:pPr>
            <a:fld id="{B7F9B484-929C-4C7B-8580-630610CAFB17}" type="slidenum">
              <a:rPr lang="en-US" smtClean="0"/>
              <a:pPr>
                <a:defRPr/>
              </a:pPr>
              <a:t>6</a:t>
            </a:fld>
            <a:endParaRPr lang="en-US" dirty="0"/>
          </a:p>
        </p:txBody>
      </p:sp>
      <p:sp>
        <p:nvSpPr>
          <p:cNvPr id="15362" name="Title 1"/>
          <p:cNvSpPr>
            <a:spLocks noGrp="1"/>
          </p:cNvSpPr>
          <p:nvPr>
            <p:ph type="title"/>
          </p:nvPr>
        </p:nvSpPr>
        <p:spPr/>
        <p:txBody>
          <a:bodyPr>
            <a:normAutofit fontScale="90000"/>
          </a:bodyPr>
          <a:lstStyle/>
          <a:p>
            <a:r>
              <a:rPr lang="en-US" dirty="0"/>
              <a:t>Figure 4-1. Project Integration Management Summary</a:t>
            </a:r>
          </a:p>
        </p:txBody>
      </p:sp>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47800" y="1447800"/>
            <a:ext cx="6102761" cy="499968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3" name="Rectangle 3"/>
          <p:cNvSpPr>
            <a:spLocks noGrp="1" noChangeArrowheads="1"/>
          </p:cNvSpPr>
          <p:nvPr>
            <p:ph idx="1"/>
          </p:nvPr>
        </p:nvSpPr>
        <p:spPr>
          <a:xfrm>
            <a:off x="381000" y="1371600"/>
            <a:ext cx="8534400" cy="4572000"/>
          </a:xfrm>
        </p:spPr>
        <p:txBody>
          <a:bodyPr/>
          <a:lstStyle/>
          <a:p>
            <a:r>
              <a:rPr lang="en-US" b="1" dirty="0"/>
              <a:t>Strategic planning</a:t>
            </a:r>
            <a:r>
              <a:rPr lang="en-US" dirty="0"/>
              <a:t> involves determining long-term objectives, predicting future trends, and projecting the need for new products and services</a:t>
            </a:r>
          </a:p>
          <a:p>
            <a:r>
              <a:rPr lang="en-US" dirty="0"/>
              <a:t>Organizations often perform a </a:t>
            </a:r>
            <a:r>
              <a:rPr lang="en-US" b="1" dirty="0"/>
              <a:t>SWOT analysis</a:t>
            </a:r>
          </a:p>
          <a:p>
            <a:pPr lvl="1"/>
            <a:r>
              <a:rPr lang="en-US" dirty="0"/>
              <a:t>analyzing </a:t>
            </a:r>
            <a:r>
              <a:rPr lang="en-US" b="1" dirty="0"/>
              <a:t>S</a:t>
            </a:r>
            <a:r>
              <a:rPr lang="en-US" dirty="0"/>
              <a:t>trengths, </a:t>
            </a:r>
            <a:r>
              <a:rPr lang="en-US" b="1" dirty="0"/>
              <a:t>W</a:t>
            </a:r>
            <a:r>
              <a:rPr lang="en-US" dirty="0"/>
              <a:t>eaknesses, </a:t>
            </a:r>
            <a:r>
              <a:rPr lang="en-US" b="1" dirty="0"/>
              <a:t>O</a:t>
            </a:r>
            <a:r>
              <a:rPr lang="en-US" dirty="0"/>
              <a:t>pportunities, and </a:t>
            </a:r>
            <a:r>
              <a:rPr lang="en-US" b="1" dirty="0"/>
              <a:t>T</a:t>
            </a:r>
            <a:r>
              <a:rPr lang="en-US" dirty="0"/>
              <a:t>hreats</a:t>
            </a:r>
          </a:p>
          <a:p>
            <a:r>
              <a:rPr lang="en-US" dirty="0"/>
              <a:t>As part of strategic planning, organizations</a:t>
            </a:r>
          </a:p>
          <a:p>
            <a:pPr lvl="1"/>
            <a:r>
              <a:rPr lang="en-US" dirty="0"/>
              <a:t>identify potential projects</a:t>
            </a:r>
          </a:p>
          <a:p>
            <a:pPr lvl="1"/>
            <a:r>
              <a:rPr lang="en-US" dirty="0"/>
              <a:t>use realistic methods to select which projects to work on</a:t>
            </a:r>
          </a:p>
          <a:p>
            <a:pPr lvl="1"/>
            <a:r>
              <a:rPr lang="en-US" dirty="0"/>
              <a:t>formalize project initiation by issuing a project charter</a:t>
            </a:r>
          </a:p>
          <a:p>
            <a:pPr lvl="1"/>
            <a:endParaRPr lang="en-US" dirty="0"/>
          </a:p>
        </p:txBody>
      </p:sp>
      <p:sp>
        <p:nvSpPr>
          <p:cNvPr id="17410" name="Footer Placeholder 3"/>
          <p:cNvSpPr>
            <a:spLocks noGrp="1"/>
          </p:cNvSpPr>
          <p:nvPr>
            <p:ph type="ftr" sz="quarter" idx="11"/>
          </p:nvPr>
        </p:nvSpPr>
        <p:spPr bwMode="auto">
          <a:noFill/>
          <a:ln>
            <a:miter lim="800000"/>
            <a:headEnd/>
            <a:tailEnd/>
          </a:ln>
        </p:spPr>
        <p:txBody>
          <a:bodyPr/>
          <a:lstStyle/>
          <a:p>
            <a:r>
              <a:rPr lang="en-US"/>
              <a:t>Information Technology Project Management, Seventh Edition</a:t>
            </a:r>
            <a:endParaRPr lang="en-US" dirty="0"/>
          </a:p>
        </p:txBody>
      </p:sp>
      <p:sp>
        <p:nvSpPr>
          <p:cNvPr id="5" name="Slide Number Placeholder 4"/>
          <p:cNvSpPr>
            <a:spLocks noGrp="1"/>
          </p:cNvSpPr>
          <p:nvPr>
            <p:ph type="sldNum" sz="quarter" idx="12"/>
          </p:nvPr>
        </p:nvSpPr>
        <p:spPr/>
        <p:txBody>
          <a:bodyPr/>
          <a:lstStyle/>
          <a:p>
            <a:pPr>
              <a:defRPr/>
            </a:pPr>
            <a:fld id="{F562F50D-7147-47A1-9605-3B4774429FA5}" type="slidenum">
              <a:rPr lang="en-US"/>
              <a:pPr>
                <a:defRPr/>
              </a:pPr>
              <a:t>7</a:t>
            </a:fld>
            <a:endParaRPr lang="en-US" dirty="0"/>
          </a:p>
        </p:txBody>
      </p:sp>
      <p:sp>
        <p:nvSpPr>
          <p:cNvPr id="17412" name="Rectangle 2"/>
          <p:cNvSpPr>
            <a:spLocks noGrp="1" noChangeArrowheads="1"/>
          </p:cNvSpPr>
          <p:nvPr>
            <p:ph type="title"/>
          </p:nvPr>
        </p:nvSpPr>
        <p:spPr/>
        <p:txBody>
          <a:bodyPr>
            <a:normAutofit fontScale="90000"/>
          </a:bodyPr>
          <a:lstStyle/>
          <a:p>
            <a:r>
              <a:rPr lang="en-US" dirty="0"/>
              <a:t>Strategic Planning and Project Selection</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p:txBody>
          <a:bodyPr/>
          <a:lstStyle/>
          <a:p>
            <a:pPr>
              <a:defRPr/>
            </a:pPr>
            <a:r>
              <a:rPr lang="en-US"/>
              <a:t>Information Technology Project Management, Seventh Edition</a:t>
            </a:r>
            <a:endParaRPr lang="en-US" dirty="0"/>
          </a:p>
        </p:txBody>
      </p:sp>
      <p:sp>
        <p:nvSpPr>
          <p:cNvPr id="4" name="Slide Number Placeholder 3"/>
          <p:cNvSpPr>
            <a:spLocks noGrp="1"/>
          </p:cNvSpPr>
          <p:nvPr>
            <p:ph type="sldNum" sz="quarter" idx="12"/>
          </p:nvPr>
        </p:nvSpPr>
        <p:spPr/>
        <p:txBody>
          <a:bodyPr/>
          <a:lstStyle/>
          <a:p>
            <a:pPr>
              <a:defRPr/>
            </a:pPr>
            <a:fld id="{1953F6A9-037C-4679-A974-5A2F60203CED}" type="slidenum">
              <a:rPr lang="en-US" smtClean="0"/>
              <a:pPr>
                <a:defRPr/>
              </a:pPr>
              <a:t>8</a:t>
            </a:fld>
            <a:endParaRPr lang="en-US" dirty="0"/>
          </a:p>
        </p:txBody>
      </p:sp>
      <p:sp>
        <p:nvSpPr>
          <p:cNvPr id="5" name="Title 4"/>
          <p:cNvSpPr>
            <a:spLocks noGrp="1"/>
          </p:cNvSpPr>
          <p:nvPr>
            <p:ph type="title"/>
          </p:nvPr>
        </p:nvSpPr>
        <p:spPr>
          <a:xfrm>
            <a:off x="304800" y="152400"/>
            <a:ext cx="8610600" cy="1143000"/>
          </a:xfrm>
        </p:spPr>
        <p:txBody>
          <a:bodyPr>
            <a:noAutofit/>
          </a:bodyPr>
          <a:lstStyle/>
          <a:p>
            <a:r>
              <a:rPr lang="en-US" sz="3200" dirty="0"/>
              <a:t>Figure 4-2. Mind Map of a SWOT Analysis to Help Identify Potential Projects</a:t>
            </a:r>
          </a:p>
        </p:txBody>
      </p:sp>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2400" y="2209800"/>
            <a:ext cx="8919963" cy="2416519"/>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Footer Placeholder 6"/>
          <p:cNvSpPr>
            <a:spLocks noGrp="1"/>
          </p:cNvSpPr>
          <p:nvPr>
            <p:ph type="ftr" sz="quarter" idx="11"/>
          </p:nvPr>
        </p:nvSpPr>
        <p:spPr/>
        <p:txBody>
          <a:bodyPr/>
          <a:lstStyle/>
          <a:p>
            <a:pPr>
              <a:defRPr/>
            </a:pPr>
            <a:r>
              <a:rPr lang="en-US"/>
              <a:t>Information Technology Project Management, Seventh Edition</a:t>
            </a:r>
            <a:endParaRPr lang="en-US" dirty="0"/>
          </a:p>
        </p:txBody>
      </p:sp>
      <p:sp>
        <p:nvSpPr>
          <p:cNvPr id="6" name="Slide Number Placeholder 5"/>
          <p:cNvSpPr>
            <a:spLocks noGrp="1"/>
          </p:cNvSpPr>
          <p:nvPr>
            <p:ph type="sldNum" sz="quarter" idx="12"/>
          </p:nvPr>
        </p:nvSpPr>
        <p:spPr/>
        <p:txBody>
          <a:bodyPr/>
          <a:lstStyle/>
          <a:p>
            <a:pPr>
              <a:defRPr/>
            </a:pPr>
            <a:fld id="{CAB078C3-AD74-4C69-8529-ABFACC42093C}" type="slidenum">
              <a:rPr lang="en-US" smtClean="0"/>
              <a:pPr>
                <a:defRPr/>
              </a:pPr>
              <a:t>9</a:t>
            </a:fld>
            <a:endParaRPr lang="en-US" dirty="0"/>
          </a:p>
        </p:txBody>
      </p:sp>
      <p:sp>
        <p:nvSpPr>
          <p:cNvPr id="18434" name="Rectangle 2"/>
          <p:cNvSpPr>
            <a:spLocks noGrp="1" noChangeArrowheads="1"/>
          </p:cNvSpPr>
          <p:nvPr>
            <p:ph type="title"/>
          </p:nvPr>
        </p:nvSpPr>
        <p:spPr/>
        <p:txBody>
          <a:bodyPr>
            <a:normAutofit fontScale="90000"/>
          </a:bodyPr>
          <a:lstStyle/>
          <a:p>
            <a:r>
              <a:rPr lang="en-US" dirty="0"/>
              <a:t>Figure 4-3. Information Technology Planning Process</a:t>
            </a:r>
          </a:p>
        </p:txBody>
      </p:sp>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19200" y="1524000"/>
            <a:ext cx="7391399" cy="4852444"/>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9" name="Content Placeholder 5"/>
          <p:cNvSpPr>
            <a:spLocks noGrp="1"/>
          </p:cNvSpPr>
          <p:nvPr>
            <p:ph idx="1"/>
          </p:nvPr>
        </p:nvSpPr>
        <p:spPr>
          <a:xfrm>
            <a:off x="304800" y="914400"/>
            <a:ext cx="8305800" cy="4572000"/>
          </a:xfrm>
        </p:spPr>
        <p:txBody>
          <a:bodyPr>
            <a:normAutofit fontScale="92500"/>
          </a:bodyPr>
          <a:lstStyle/>
          <a:p>
            <a:r>
              <a:rPr lang="en-US" sz="2400" dirty="0"/>
              <a:t>Only one in seven product concepts comes to fruition. Why is it that some companies, like Proctor &amp; Gamble, Johnson and Johnson, Hewlett Packard, and Sony are consistently successful in NPD? Because they use a disciplined, systematic approach to NPD projects based on best practices</a:t>
            </a:r>
          </a:p>
          <a:p>
            <a:r>
              <a:rPr lang="en-US" sz="2400" dirty="0"/>
              <a:t>Four important forces behind NPD success include the following:</a:t>
            </a:r>
          </a:p>
          <a:p>
            <a:pPr marL="731838" lvl="1" indent="-457200">
              <a:buFont typeface="Arial" charset="0"/>
              <a:buAutoNum type="arabicPeriod"/>
            </a:pPr>
            <a:r>
              <a:rPr lang="en-US" sz="2000" dirty="0"/>
              <a:t>A product innovation and technology strategy for the business</a:t>
            </a:r>
          </a:p>
          <a:p>
            <a:pPr marL="731838" lvl="1" indent="-457200">
              <a:buFont typeface="Arial" charset="0"/>
              <a:buAutoNum type="arabicPeriod"/>
            </a:pPr>
            <a:r>
              <a:rPr lang="en-US" sz="2000" dirty="0"/>
              <a:t>Resource commitment and focusing on the right projects, or solid portfolio management</a:t>
            </a:r>
          </a:p>
          <a:p>
            <a:pPr marL="731838" lvl="1" indent="-457200">
              <a:buFont typeface="Arial" charset="0"/>
              <a:buAutoNum type="arabicPeriod"/>
            </a:pPr>
            <a:r>
              <a:rPr lang="en-US" sz="2000" dirty="0"/>
              <a:t>An effective, flexible and streamlined idea-to-launch process</a:t>
            </a:r>
          </a:p>
          <a:p>
            <a:pPr marL="731838" lvl="1" indent="-457200">
              <a:buFont typeface="Arial" charset="0"/>
              <a:buAutoNum type="arabicPeriod"/>
            </a:pPr>
            <a:r>
              <a:rPr lang="en-US" sz="2000" dirty="0"/>
              <a:t>The right climate and culture for innovation, true cross-functional teams, and senior management commitment to NPD</a:t>
            </a:r>
          </a:p>
        </p:txBody>
      </p:sp>
      <p:sp>
        <p:nvSpPr>
          <p:cNvPr id="19460" name="Footer Placeholder 2"/>
          <p:cNvSpPr>
            <a:spLocks noGrp="1"/>
          </p:cNvSpPr>
          <p:nvPr>
            <p:ph type="ftr" sz="quarter" idx="11"/>
          </p:nvPr>
        </p:nvSpPr>
        <p:spPr bwMode="auto">
          <a:noFill/>
          <a:ln>
            <a:miter lim="800000"/>
            <a:headEnd/>
            <a:tailEnd/>
          </a:ln>
        </p:spPr>
        <p:txBody>
          <a:bodyPr/>
          <a:lstStyle/>
          <a:p>
            <a:r>
              <a:rPr lang="en-US"/>
              <a:t>Information Technology Project Management, Seventh Edition</a:t>
            </a:r>
            <a:endParaRPr lang="en-US" dirty="0"/>
          </a:p>
        </p:txBody>
      </p:sp>
      <p:sp>
        <p:nvSpPr>
          <p:cNvPr id="4" name="Slide Number Placeholder 3"/>
          <p:cNvSpPr>
            <a:spLocks noGrp="1"/>
          </p:cNvSpPr>
          <p:nvPr>
            <p:ph type="sldNum" sz="quarter" idx="12"/>
          </p:nvPr>
        </p:nvSpPr>
        <p:spPr/>
        <p:txBody>
          <a:bodyPr/>
          <a:lstStyle/>
          <a:p>
            <a:pPr>
              <a:defRPr/>
            </a:pPr>
            <a:fld id="{B76EF56D-7140-4610-A440-80DF878A8FEC}" type="slidenum">
              <a:rPr lang="en-US" smtClean="0"/>
              <a:pPr>
                <a:defRPr/>
              </a:pPr>
              <a:t>10</a:t>
            </a:fld>
            <a:endParaRPr lang="en-US" dirty="0"/>
          </a:p>
        </p:txBody>
      </p:sp>
      <p:sp>
        <p:nvSpPr>
          <p:cNvPr id="19458" name="Title 1"/>
          <p:cNvSpPr>
            <a:spLocks noGrp="1"/>
          </p:cNvSpPr>
          <p:nvPr>
            <p:ph type="title"/>
          </p:nvPr>
        </p:nvSpPr>
        <p:spPr>
          <a:xfrm>
            <a:off x="381000" y="152400"/>
            <a:ext cx="8305800" cy="685800"/>
          </a:xfrm>
        </p:spPr>
        <p:txBody>
          <a:bodyPr>
            <a:normAutofit fontScale="90000"/>
          </a:bodyPr>
          <a:lstStyle/>
          <a:p>
            <a:r>
              <a:rPr lang="en-US" dirty="0"/>
              <a:t>Best Practice</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5" name="Rectangle 3"/>
          <p:cNvSpPr>
            <a:spLocks noGrp="1" noChangeArrowheads="1"/>
          </p:cNvSpPr>
          <p:nvPr>
            <p:ph idx="1"/>
          </p:nvPr>
        </p:nvSpPr>
        <p:spPr/>
        <p:txBody>
          <a:bodyPr/>
          <a:lstStyle/>
          <a:p>
            <a:pPr marL="609600" indent="-609600">
              <a:lnSpc>
                <a:spcPct val="90000"/>
              </a:lnSpc>
            </a:pPr>
            <a:r>
              <a:rPr lang="en-US" dirty="0"/>
              <a:t>There are usually more projects than available time and resources to implement them</a:t>
            </a:r>
          </a:p>
          <a:p>
            <a:pPr marL="609600" indent="-609600">
              <a:lnSpc>
                <a:spcPct val="90000"/>
              </a:lnSpc>
            </a:pPr>
            <a:r>
              <a:rPr lang="en-US" dirty="0"/>
              <a:t>Methods for selecting projects include:</a:t>
            </a:r>
          </a:p>
          <a:p>
            <a:pPr marL="990600" lvl="1" indent="-533400">
              <a:lnSpc>
                <a:spcPct val="90000"/>
              </a:lnSpc>
            </a:pPr>
            <a:r>
              <a:rPr lang="en-US" dirty="0"/>
              <a:t>focusing on broad organizational needs</a:t>
            </a:r>
          </a:p>
          <a:p>
            <a:pPr marL="990600" lvl="1" indent="-533400">
              <a:lnSpc>
                <a:spcPct val="90000"/>
              </a:lnSpc>
            </a:pPr>
            <a:r>
              <a:rPr lang="en-US" dirty="0"/>
              <a:t>categorizing information technology projects</a:t>
            </a:r>
          </a:p>
          <a:p>
            <a:pPr marL="990600" lvl="1" indent="-533400">
              <a:lnSpc>
                <a:spcPct val="90000"/>
              </a:lnSpc>
            </a:pPr>
            <a:r>
              <a:rPr lang="en-US" dirty="0"/>
              <a:t>performing net present value or other financial analyses</a:t>
            </a:r>
          </a:p>
          <a:p>
            <a:pPr marL="990600" lvl="1" indent="-533400">
              <a:lnSpc>
                <a:spcPct val="90000"/>
              </a:lnSpc>
            </a:pPr>
            <a:r>
              <a:rPr lang="en-US" dirty="0"/>
              <a:t>using a weighted scoring model</a:t>
            </a:r>
          </a:p>
          <a:p>
            <a:pPr marL="990600" lvl="1" indent="-533400">
              <a:lnSpc>
                <a:spcPct val="90000"/>
              </a:lnSpc>
            </a:pPr>
            <a:r>
              <a:rPr lang="en-US" dirty="0"/>
              <a:t>implementing a balanced scorecard</a:t>
            </a:r>
          </a:p>
          <a:p>
            <a:pPr marL="609600" indent="-609600">
              <a:lnSpc>
                <a:spcPct val="90000"/>
              </a:lnSpc>
            </a:pPr>
            <a:endParaRPr lang="en-US" dirty="0"/>
          </a:p>
        </p:txBody>
      </p:sp>
      <p:sp>
        <p:nvSpPr>
          <p:cNvPr id="20482" name="Footer Placeholder 3"/>
          <p:cNvSpPr>
            <a:spLocks noGrp="1"/>
          </p:cNvSpPr>
          <p:nvPr>
            <p:ph type="ftr" sz="quarter" idx="11"/>
          </p:nvPr>
        </p:nvSpPr>
        <p:spPr bwMode="auto">
          <a:noFill/>
          <a:ln>
            <a:miter lim="800000"/>
            <a:headEnd/>
            <a:tailEnd/>
          </a:ln>
        </p:spPr>
        <p:txBody>
          <a:bodyPr/>
          <a:lstStyle/>
          <a:p>
            <a:r>
              <a:rPr lang="en-US"/>
              <a:t>Information Technology Project Management, Seventh Edition</a:t>
            </a:r>
            <a:endParaRPr lang="en-US" dirty="0"/>
          </a:p>
        </p:txBody>
      </p:sp>
      <p:sp>
        <p:nvSpPr>
          <p:cNvPr id="5" name="Slide Number Placeholder 4"/>
          <p:cNvSpPr>
            <a:spLocks noGrp="1"/>
          </p:cNvSpPr>
          <p:nvPr>
            <p:ph type="sldNum" sz="quarter" idx="12"/>
          </p:nvPr>
        </p:nvSpPr>
        <p:spPr/>
        <p:txBody>
          <a:bodyPr/>
          <a:lstStyle/>
          <a:p>
            <a:pPr>
              <a:defRPr/>
            </a:pPr>
            <a:fld id="{FEE05452-1580-4FA5-B9D2-8062EB9CC5EC}" type="slidenum">
              <a:rPr lang="en-US"/>
              <a:pPr>
                <a:defRPr/>
              </a:pPr>
              <a:t>11</a:t>
            </a:fld>
            <a:endParaRPr lang="en-US" dirty="0"/>
          </a:p>
        </p:txBody>
      </p:sp>
      <p:sp>
        <p:nvSpPr>
          <p:cNvPr id="20484" name="Rectangle 2"/>
          <p:cNvSpPr>
            <a:spLocks noGrp="1" noChangeArrowheads="1"/>
          </p:cNvSpPr>
          <p:nvPr>
            <p:ph type="title"/>
          </p:nvPr>
        </p:nvSpPr>
        <p:spPr/>
        <p:txBody>
          <a:bodyPr/>
          <a:lstStyle/>
          <a:p>
            <a:r>
              <a:rPr lang="en-US" dirty="0"/>
              <a:t>Methods for Selecting Projects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9" name="Rectangle 3"/>
          <p:cNvSpPr>
            <a:spLocks noGrp="1" noChangeArrowheads="1"/>
          </p:cNvSpPr>
          <p:nvPr>
            <p:ph idx="1"/>
          </p:nvPr>
        </p:nvSpPr>
        <p:spPr/>
        <p:txBody>
          <a:bodyPr/>
          <a:lstStyle/>
          <a:p>
            <a:pPr>
              <a:lnSpc>
                <a:spcPct val="90000"/>
              </a:lnSpc>
            </a:pPr>
            <a:r>
              <a:rPr lang="en-US" dirty="0"/>
              <a:t>It is often difficult to provide strong justification for many IT projects, but everyone agrees they have a high value</a:t>
            </a:r>
          </a:p>
          <a:p>
            <a:pPr>
              <a:lnSpc>
                <a:spcPct val="90000"/>
              </a:lnSpc>
            </a:pPr>
            <a:r>
              <a:rPr lang="en-US" dirty="0"/>
              <a:t>“It is better to measure gold roughly than to count pennies precisely”</a:t>
            </a:r>
          </a:p>
          <a:p>
            <a:pPr>
              <a:lnSpc>
                <a:spcPct val="90000"/>
              </a:lnSpc>
            </a:pPr>
            <a:r>
              <a:rPr lang="en-US" dirty="0"/>
              <a:t>Three important criteria for projects:</a:t>
            </a:r>
          </a:p>
          <a:p>
            <a:pPr lvl="1">
              <a:lnSpc>
                <a:spcPct val="90000"/>
              </a:lnSpc>
            </a:pPr>
            <a:r>
              <a:rPr lang="en-US" dirty="0"/>
              <a:t>There is a</a:t>
            </a:r>
            <a:r>
              <a:rPr lang="en-US" b="1" dirty="0"/>
              <a:t> </a:t>
            </a:r>
            <a:r>
              <a:rPr lang="en-US" b="1" i="1" dirty="0"/>
              <a:t>need</a:t>
            </a:r>
            <a:r>
              <a:rPr lang="en-US" dirty="0"/>
              <a:t> for the project</a:t>
            </a:r>
          </a:p>
          <a:p>
            <a:pPr lvl="1">
              <a:lnSpc>
                <a:spcPct val="90000"/>
              </a:lnSpc>
            </a:pPr>
            <a:r>
              <a:rPr lang="en-US" dirty="0"/>
              <a:t>There are</a:t>
            </a:r>
            <a:r>
              <a:rPr lang="en-US" b="1" dirty="0"/>
              <a:t> </a:t>
            </a:r>
            <a:r>
              <a:rPr lang="en-US" b="1" i="1" dirty="0"/>
              <a:t>funds</a:t>
            </a:r>
            <a:r>
              <a:rPr lang="en-US" dirty="0"/>
              <a:t> available</a:t>
            </a:r>
          </a:p>
          <a:p>
            <a:pPr lvl="1">
              <a:lnSpc>
                <a:spcPct val="90000"/>
              </a:lnSpc>
            </a:pPr>
            <a:r>
              <a:rPr lang="en-US" dirty="0"/>
              <a:t>There’s a strong </a:t>
            </a:r>
            <a:r>
              <a:rPr lang="en-US" b="1" i="1" dirty="0"/>
              <a:t>will</a:t>
            </a:r>
            <a:r>
              <a:rPr lang="en-US" b="1" dirty="0"/>
              <a:t> </a:t>
            </a:r>
            <a:r>
              <a:rPr lang="en-US" dirty="0"/>
              <a:t>to make the project succeed</a:t>
            </a:r>
          </a:p>
        </p:txBody>
      </p:sp>
      <p:sp>
        <p:nvSpPr>
          <p:cNvPr id="21506" name="Footer Placeholder 3"/>
          <p:cNvSpPr>
            <a:spLocks noGrp="1"/>
          </p:cNvSpPr>
          <p:nvPr>
            <p:ph type="ftr" sz="quarter" idx="11"/>
          </p:nvPr>
        </p:nvSpPr>
        <p:spPr bwMode="auto">
          <a:noFill/>
          <a:ln>
            <a:miter lim="800000"/>
            <a:headEnd/>
            <a:tailEnd/>
          </a:ln>
        </p:spPr>
        <p:txBody>
          <a:bodyPr/>
          <a:lstStyle/>
          <a:p>
            <a:r>
              <a:rPr lang="en-US"/>
              <a:t>Information Technology Project Management, Seventh Edition</a:t>
            </a:r>
            <a:endParaRPr lang="en-US" dirty="0"/>
          </a:p>
        </p:txBody>
      </p:sp>
      <p:sp>
        <p:nvSpPr>
          <p:cNvPr id="5" name="Slide Number Placeholder 4"/>
          <p:cNvSpPr>
            <a:spLocks noGrp="1"/>
          </p:cNvSpPr>
          <p:nvPr>
            <p:ph type="sldNum" sz="quarter" idx="12"/>
          </p:nvPr>
        </p:nvSpPr>
        <p:spPr/>
        <p:txBody>
          <a:bodyPr/>
          <a:lstStyle/>
          <a:p>
            <a:pPr>
              <a:defRPr/>
            </a:pPr>
            <a:fld id="{BD863B1E-0E63-4264-9EFC-2B1CDFD972A3}" type="slidenum">
              <a:rPr lang="en-US"/>
              <a:pPr>
                <a:defRPr/>
              </a:pPr>
              <a:t>12</a:t>
            </a:fld>
            <a:endParaRPr lang="en-US" dirty="0"/>
          </a:p>
        </p:txBody>
      </p:sp>
      <p:sp>
        <p:nvSpPr>
          <p:cNvPr id="21508" name="Rectangle 2"/>
          <p:cNvSpPr>
            <a:spLocks noGrp="1" noChangeArrowheads="1"/>
          </p:cNvSpPr>
          <p:nvPr>
            <p:ph type="title"/>
          </p:nvPr>
        </p:nvSpPr>
        <p:spPr/>
        <p:txBody>
          <a:bodyPr>
            <a:normAutofit fontScale="90000"/>
          </a:bodyPr>
          <a:lstStyle/>
          <a:p>
            <a:r>
              <a:rPr lang="en-US" dirty="0"/>
              <a:t>Focusing on Broad</a:t>
            </a:r>
            <a:br>
              <a:rPr lang="en-US" dirty="0"/>
            </a:br>
            <a:r>
              <a:rPr lang="en-US" dirty="0"/>
              <a:t>Organizational Needs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3" name="Rectangle 3"/>
          <p:cNvSpPr>
            <a:spLocks noGrp="1" noChangeArrowheads="1"/>
          </p:cNvSpPr>
          <p:nvPr>
            <p:ph idx="1"/>
          </p:nvPr>
        </p:nvSpPr>
        <p:spPr/>
        <p:txBody>
          <a:bodyPr/>
          <a:lstStyle/>
          <a:p>
            <a:r>
              <a:rPr lang="en-US" dirty="0"/>
              <a:t>One categorization is whether the project addresses</a:t>
            </a:r>
          </a:p>
          <a:p>
            <a:pPr lvl="1"/>
            <a:r>
              <a:rPr lang="en-US" dirty="0"/>
              <a:t> a problem</a:t>
            </a:r>
          </a:p>
          <a:p>
            <a:pPr lvl="1"/>
            <a:r>
              <a:rPr lang="en-US" dirty="0"/>
              <a:t>an opportunity, or</a:t>
            </a:r>
          </a:p>
          <a:p>
            <a:pPr lvl="1"/>
            <a:r>
              <a:rPr lang="en-US" dirty="0"/>
              <a:t>a directive</a:t>
            </a:r>
          </a:p>
          <a:p>
            <a:r>
              <a:rPr lang="en-US" dirty="0"/>
              <a:t>Another categorization is how long it will take to do and when it is needed</a:t>
            </a:r>
          </a:p>
          <a:p>
            <a:r>
              <a:rPr lang="en-US" dirty="0"/>
              <a:t>Another is the overall priority of the project</a:t>
            </a:r>
          </a:p>
          <a:p>
            <a:endParaRPr lang="en-US" dirty="0"/>
          </a:p>
        </p:txBody>
      </p:sp>
      <p:sp>
        <p:nvSpPr>
          <p:cNvPr id="22530" name="Footer Placeholder 3"/>
          <p:cNvSpPr>
            <a:spLocks noGrp="1"/>
          </p:cNvSpPr>
          <p:nvPr>
            <p:ph type="ftr" sz="quarter" idx="11"/>
          </p:nvPr>
        </p:nvSpPr>
        <p:spPr bwMode="auto">
          <a:noFill/>
          <a:ln>
            <a:miter lim="800000"/>
            <a:headEnd/>
            <a:tailEnd/>
          </a:ln>
        </p:spPr>
        <p:txBody>
          <a:bodyPr/>
          <a:lstStyle/>
          <a:p>
            <a:r>
              <a:rPr lang="en-US"/>
              <a:t>Information Technology Project Management, Seventh Edition</a:t>
            </a:r>
            <a:endParaRPr lang="en-US" dirty="0"/>
          </a:p>
        </p:txBody>
      </p:sp>
      <p:sp>
        <p:nvSpPr>
          <p:cNvPr id="5" name="Slide Number Placeholder 4"/>
          <p:cNvSpPr>
            <a:spLocks noGrp="1"/>
          </p:cNvSpPr>
          <p:nvPr>
            <p:ph type="sldNum" sz="quarter" idx="12"/>
          </p:nvPr>
        </p:nvSpPr>
        <p:spPr/>
        <p:txBody>
          <a:bodyPr/>
          <a:lstStyle/>
          <a:p>
            <a:pPr>
              <a:defRPr/>
            </a:pPr>
            <a:fld id="{4742D106-47AC-47A2-94D4-42582EA97261}" type="slidenum">
              <a:rPr lang="en-US"/>
              <a:pPr>
                <a:defRPr/>
              </a:pPr>
              <a:t>13</a:t>
            </a:fld>
            <a:endParaRPr lang="en-US" dirty="0"/>
          </a:p>
        </p:txBody>
      </p:sp>
      <p:sp>
        <p:nvSpPr>
          <p:cNvPr id="22532" name="Rectangle 2"/>
          <p:cNvSpPr>
            <a:spLocks noGrp="1" noChangeArrowheads="1"/>
          </p:cNvSpPr>
          <p:nvPr>
            <p:ph type="title"/>
          </p:nvPr>
        </p:nvSpPr>
        <p:spPr>
          <a:xfrm>
            <a:off x="304800" y="533400"/>
            <a:ext cx="8610600" cy="673100"/>
          </a:xfrm>
        </p:spPr>
        <p:txBody>
          <a:bodyPr>
            <a:normAutofit fontScale="90000"/>
          </a:bodyPr>
          <a:lstStyle/>
          <a:p>
            <a:r>
              <a:rPr lang="en-US" dirty="0"/>
              <a:t>Categorizing IT Projects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7" name="Rectangle 3"/>
          <p:cNvSpPr>
            <a:spLocks noGrp="1" noChangeArrowheads="1"/>
          </p:cNvSpPr>
          <p:nvPr>
            <p:ph idx="1"/>
          </p:nvPr>
        </p:nvSpPr>
        <p:spPr>
          <a:xfrm>
            <a:off x="381000" y="1371600"/>
            <a:ext cx="8763000" cy="4791075"/>
          </a:xfrm>
        </p:spPr>
        <p:txBody>
          <a:bodyPr/>
          <a:lstStyle/>
          <a:p>
            <a:r>
              <a:rPr lang="en-US" dirty="0"/>
              <a:t>Financial considerations are often an important consideration in selecting projects</a:t>
            </a:r>
          </a:p>
          <a:p>
            <a:r>
              <a:rPr lang="en-US" dirty="0"/>
              <a:t>Three primary methods for determining the projected financial value of projects:</a:t>
            </a:r>
          </a:p>
          <a:p>
            <a:pPr lvl="1"/>
            <a:r>
              <a:rPr lang="en-US" dirty="0"/>
              <a:t>Net present value (NPV) analysis</a:t>
            </a:r>
          </a:p>
          <a:p>
            <a:pPr lvl="1"/>
            <a:r>
              <a:rPr lang="en-US" dirty="0"/>
              <a:t>Return on investment (ROI)</a:t>
            </a:r>
          </a:p>
          <a:p>
            <a:pPr lvl="1"/>
            <a:r>
              <a:rPr lang="en-US" dirty="0"/>
              <a:t>Payback analysis</a:t>
            </a:r>
          </a:p>
          <a:p>
            <a:endParaRPr lang="en-US" dirty="0"/>
          </a:p>
        </p:txBody>
      </p:sp>
      <p:sp>
        <p:nvSpPr>
          <p:cNvPr id="23554" name="Footer Placeholder 3"/>
          <p:cNvSpPr>
            <a:spLocks noGrp="1"/>
          </p:cNvSpPr>
          <p:nvPr>
            <p:ph type="ftr" sz="quarter" idx="11"/>
          </p:nvPr>
        </p:nvSpPr>
        <p:spPr bwMode="auto">
          <a:noFill/>
          <a:ln>
            <a:miter lim="800000"/>
            <a:headEnd/>
            <a:tailEnd/>
          </a:ln>
        </p:spPr>
        <p:txBody>
          <a:bodyPr/>
          <a:lstStyle/>
          <a:p>
            <a:r>
              <a:rPr lang="en-US"/>
              <a:t>Information Technology Project Management, Seventh Edition</a:t>
            </a:r>
            <a:endParaRPr lang="en-US" dirty="0"/>
          </a:p>
        </p:txBody>
      </p:sp>
      <p:sp>
        <p:nvSpPr>
          <p:cNvPr id="5" name="Slide Number Placeholder 4"/>
          <p:cNvSpPr>
            <a:spLocks noGrp="1"/>
          </p:cNvSpPr>
          <p:nvPr>
            <p:ph type="sldNum" sz="quarter" idx="12"/>
          </p:nvPr>
        </p:nvSpPr>
        <p:spPr/>
        <p:txBody>
          <a:bodyPr/>
          <a:lstStyle/>
          <a:p>
            <a:pPr>
              <a:defRPr/>
            </a:pPr>
            <a:fld id="{588128BF-149D-4319-94D1-D4CE54B0BB53}" type="slidenum">
              <a:rPr lang="en-US"/>
              <a:pPr>
                <a:defRPr/>
              </a:pPr>
              <a:t>14</a:t>
            </a:fld>
            <a:endParaRPr lang="en-US" dirty="0"/>
          </a:p>
        </p:txBody>
      </p:sp>
      <p:sp>
        <p:nvSpPr>
          <p:cNvPr id="23556" name="Rectangle 2"/>
          <p:cNvSpPr>
            <a:spLocks noGrp="1" noChangeArrowheads="1"/>
          </p:cNvSpPr>
          <p:nvPr>
            <p:ph type="title"/>
          </p:nvPr>
        </p:nvSpPr>
        <p:spPr>
          <a:xfrm>
            <a:off x="457200" y="365125"/>
            <a:ext cx="8686800" cy="615950"/>
          </a:xfrm>
        </p:spPr>
        <p:txBody>
          <a:bodyPr>
            <a:normAutofit fontScale="90000"/>
          </a:bodyPr>
          <a:lstStyle/>
          <a:p>
            <a:r>
              <a:rPr lang="en-US" dirty="0"/>
              <a:t>Financial Analysis of Projects</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81" name="Rectangle 3"/>
          <p:cNvSpPr>
            <a:spLocks noGrp="1" noChangeArrowheads="1"/>
          </p:cNvSpPr>
          <p:nvPr>
            <p:ph idx="1"/>
          </p:nvPr>
        </p:nvSpPr>
        <p:spPr>
          <a:xfrm>
            <a:off x="228600" y="1143000"/>
            <a:ext cx="8567738" cy="4791075"/>
          </a:xfrm>
        </p:spPr>
        <p:txBody>
          <a:bodyPr/>
          <a:lstStyle/>
          <a:p>
            <a:r>
              <a:rPr lang="en-US" b="1" dirty="0"/>
              <a:t>Net present value</a:t>
            </a:r>
            <a:r>
              <a:rPr lang="en-US" dirty="0"/>
              <a:t> (NPV) analysis is a method of calculating the expected net monetary gain or loss from a project by discounting all expected future cash inflows and outflows to the present point in time</a:t>
            </a:r>
          </a:p>
          <a:p>
            <a:r>
              <a:rPr lang="en-US" dirty="0"/>
              <a:t>Projects with a positive NPV should be considered if financial value is a key criterion</a:t>
            </a:r>
          </a:p>
          <a:p>
            <a:r>
              <a:rPr lang="en-US" dirty="0"/>
              <a:t>The higher the NPV, the better</a:t>
            </a:r>
          </a:p>
        </p:txBody>
      </p:sp>
      <p:sp>
        <p:nvSpPr>
          <p:cNvPr id="24578" name="Footer Placeholder 3"/>
          <p:cNvSpPr>
            <a:spLocks noGrp="1"/>
          </p:cNvSpPr>
          <p:nvPr>
            <p:ph type="ftr" sz="quarter" idx="11"/>
          </p:nvPr>
        </p:nvSpPr>
        <p:spPr bwMode="auto">
          <a:noFill/>
          <a:ln>
            <a:miter lim="800000"/>
            <a:headEnd/>
            <a:tailEnd/>
          </a:ln>
        </p:spPr>
        <p:txBody>
          <a:bodyPr/>
          <a:lstStyle/>
          <a:p>
            <a:r>
              <a:rPr lang="en-US"/>
              <a:t>Information Technology Project Management, Seventh Edition</a:t>
            </a:r>
            <a:endParaRPr lang="en-US" dirty="0"/>
          </a:p>
        </p:txBody>
      </p:sp>
      <p:sp>
        <p:nvSpPr>
          <p:cNvPr id="5" name="Slide Number Placeholder 4"/>
          <p:cNvSpPr>
            <a:spLocks noGrp="1"/>
          </p:cNvSpPr>
          <p:nvPr>
            <p:ph type="sldNum" sz="quarter" idx="12"/>
          </p:nvPr>
        </p:nvSpPr>
        <p:spPr/>
        <p:txBody>
          <a:bodyPr/>
          <a:lstStyle/>
          <a:p>
            <a:pPr>
              <a:defRPr/>
            </a:pPr>
            <a:fld id="{DEEB2DC9-A02A-47AF-ADCC-E99239ADE465}" type="slidenum">
              <a:rPr lang="en-US"/>
              <a:pPr>
                <a:defRPr/>
              </a:pPr>
              <a:t>15</a:t>
            </a:fld>
            <a:endParaRPr lang="en-US" dirty="0"/>
          </a:p>
        </p:txBody>
      </p:sp>
      <p:sp>
        <p:nvSpPr>
          <p:cNvPr id="24580" name="Rectangle 2"/>
          <p:cNvSpPr>
            <a:spLocks noGrp="1" noChangeArrowheads="1"/>
          </p:cNvSpPr>
          <p:nvPr>
            <p:ph type="title"/>
          </p:nvPr>
        </p:nvSpPr>
        <p:spPr>
          <a:xfrm>
            <a:off x="457200" y="365125"/>
            <a:ext cx="8686800" cy="615950"/>
          </a:xfrm>
        </p:spPr>
        <p:txBody>
          <a:bodyPr>
            <a:normAutofit fontScale="90000"/>
          </a:bodyPr>
          <a:lstStyle/>
          <a:p>
            <a:r>
              <a:rPr lang="en-US" dirty="0"/>
              <a:t>Net Present Value Analysis</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pPr marL="109537" indent="0" eaLnBrk="1" hangingPunct="1">
              <a:buFont typeface="Wingdings 3" panose="05040102010807070707" pitchFamily="18" charset="2"/>
              <a:buNone/>
              <a:defRPr/>
            </a:pPr>
            <a:r>
              <a:rPr lang="zh-CN" altLang="en-US" dirty="0"/>
              <a:t>     净现值</a:t>
            </a:r>
            <a:r>
              <a:rPr lang="en-US" altLang="zh-CN" dirty="0"/>
              <a:t>=</a:t>
            </a:r>
            <a:r>
              <a:rPr lang="zh-CN" altLang="en-US" dirty="0"/>
              <a:t>未来报酬总现值</a:t>
            </a:r>
            <a:r>
              <a:rPr lang="en-US" altLang="zh-CN" dirty="0"/>
              <a:t>-</a:t>
            </a:r>
            <a:r>
              <a:rPr lang="zh-CN" altLang="en-US" dirty="0"/>
              <a:t>建设</a:t>
            </a:r>
            <a:r>
              <a:rPr lang="zh-CN" altLang="en-US" dirty="0">
                <a:hlinkClick r:id="rId2"/>
              </a:rPr>
              <a:t>投资总额</a:t>
            </a:r>
            <a:endParaRPr lang="en-US" altLang="zh-CN" dirty="0"/>
          </a:p>
          <a:p>
            <a:pPr marL="109537" indent="0" eaLnBrk="1" hangingPunct="1">
              <a:buFont typeface="Wingdings 3" panose="05040102010807070707" pitchFamily="18" charset="2"/>
              <a:buNone/>
              <a:defRPr/>
            </a:pPr>
            <a:r>
              <a:rPr lang="en-US" altLang="zh-CN" dirty="0"/>
              <a:t>  </a:t>
            </a:r>
          </a:p>
          <a:p>
            <a:pPr marL="109537" indent="0" eaLnBrk="1" hangingPunct="1">
              <a:buFont typeface="Wingdings 3" panose="05040102010807070707" pitchFamily="18" charset="2"/>
              <a:buNone/>
              <a:defRPr/>
            </a:pPr>
            <a:r>
              <a:rPr lang="en-US" altLang="zh-CN" dirty="0"/>
              <a:t>       NPV=∑(CI-CO)/(1+i)</a:t>
            </a:r>
            <a:r>
              <a:rPr lang="zh-CN" altLang="en-US" dirty="0"/>
              <a:t>**</a:t>
            </a:r>
            <a:r>
              <a:rPr lang="en-US" altLang="zh-CN" dirty="0"/>
              <a:t>t</a:t>
            </a:r>
          </a:p>
          <a:p>
            <a:pPr marL="109537" indent="0" eaLnBrk="1" hangingPunct="1">
              <a:buFont typeface="Wingdings 3" panose="05040102010807070707" pitchFamily="18" charset="2"/>
              <a:buNone/>
              <a:defRPr/>
            </a:pPr>
            <a:endParaRPr lang="en-US" altLang="zh-CN" dirty="0"/>
          </a:p>
          <a:p>
            <a:pPr marL="109537" indent="0" eaLnBrk="1" hangingPunct="1">
              <a:buFont typeface="Wingdings 3" panose="05040102010807070707" pitchFamily="18" charset="2"/>
              <a:buNone/>
              <a:defRPr/>
            </a:pPr>
            <a:r>
              <a:rPr lang="zh-CN" altLang="en-US" dirty="0"/>
              <a:t>其中：</a:t>
            </a:r>
            <a:r>
              <a:rPr lang="en-US" altLang="zh-CN" dirty="0"/>
              <a:t>CI-</a:t>
            </a:r>
            <a:r>
              <a:rPr lang="zh-CN" altLang="en-US" dirty="0"/>
              <a:t>第</a:t>
            </a:r>
            <a:r>
              <a:rPr lang="en-US" altLang="zh-CN" dirty="0"/>
              <a:t>t</a:t>
            </a:r>
            <a:r>
              <a:rPr lang="zh-CN" altLang="en-US" dirty="0"/>
              <a:t>年的</a:t>
            </a:r>
            <a:r>
              <a:rPr lang="zh-CN" altLang="en-US" dirty="0">
                <a:hlinkClick r:id="rId3"/>
              </a:rPr>
              <a:t>现金流入量</a:t>
            </a:r>
            <a:r>
              <a:rPr lang="zh-CN" altLang="en-US" dirty="0"/>
              <a:t>；</a:t>
            </a:r>
            <a:r>
              <a:rPr lang="en-US" altLang="zh-CN" dirty="0"/>
              <a:t>CO-</a:t>
            </a:r>
            <a:r>
              <a:rPr lang="zh-CN" altLang="en-US" dirty="0"/>
              <a:t>第</a:t>
            </a:r>
            <a:r>
              <a:rPr lang="en-US" altLang="zh-CN" dirty="0"/>
              <a:t>t</a:t>
            </a:r>
            <a:r>
              <a:rPr lang="zh-CN" altLang="en-US" dirty="0"/>
              <a:t>年的</a:t>
            </a:r>
            <a:r>
              <a:rPr lang="zh-CN" altLang="en-US" dirty="0">
                <a:hlinkClick r:id="rId4"/>
              </a:rPr>
              <a:t>现金流出量</a:t>
            </a:r>
            <a:r>
              <a:rPr lang="zh-CN" altLang="en-US" dirty="0"/>
              <a:t>；</a:t>
            </a:r>
            <a:r>
              <a:rPr lang="en-US" altLang="zh-CN" dirty="0" err="1"/>
              <a:t>i</a:t>
            </a:r>
            <a:r>
              <a:rPr lang="en-US" altLang="zh-CN" dirty="0"/>
              <a:t>-</a:t>
            </a:r>
            <a:r>
              <a:rPr lang="zh-CN" altLang="en-US" dirty="0">
                <a:hlinkClick r:id="rId5"/>
              </a:rPr>
              <a:t>折现率</a:t>
            </a:r>
            <a:r>
              <a:rPr lang="zh-CN" altLang="en-US" dirty="0"/>
              <a:t>；</a:t>
            </a:r>
            <a:r>
              <a:rPr lang="en-US" altLang="zh-CN" dirty="0"/>
              <a:t>t-</a:t>
            </a:r>
            <a:r>
              <a:rPr lang="zh-CN" altLang="en-US" dirty="0"/>
              <a:t>计算年限；</a:t>
            </a:r>
            <a:r>
              <a:rPr lang="en-US" altLang="zh-CN" dirty="0"/>
              <a:t>n-</a:t>
            </a:r>
            <a:r>
              <a:rPr lang="zh-CN" altLang="en-US" dirty="0"/>
              <a:t>投资项目的寿命周期</a:t>
            </a:r>
            <a:endParaRPr lang="en-US" altLang="zh-CN" dirty="0">
              <a:ea typeface="宋体" panose="02010600030101010101" pitchFamily="2" charset="-122"/>
            </a:endParaRPr>
          </a:p>
          <a:p>
            <a:pPr>
              <a:defRPr/>
            </a:pPr>
            <a:endParaRPr lang="zh-CN" altLang="en-US" dirty="0"/>
          </a:p>
        </p:txBody>
      </p:sp>
      <p:sp>
        <p:nvSpPr>
          <p:cNvPr id="3" name="标题 2"/>
          <p:cNvSpPr>
            <a:spLocks noGrp="1"/>
          </p:cNvSpPr>
          <p:nvPr>
            <p:ph type="title"/>
          </p:nvPr>
        </p:nvSpPr>
        <p:spPr/>
        <p:txBody>
          <a:bodyPr/>
          <a:lstStyle/>
          <a:p>
            <a:pPr>
              <a:defRPr/>
            </a:pPr>
            <a:endParaRPr lang="zh-CN" altLang="en-US"/>
          </a:p>
        </p:txBody>
      </p:sp>
      <p:sp>
        <p:nvSpPr>
          <p:cNvPr id="33796" name="页脚占位符 3"/>
          <p:cNvSpPr>
            <a:spLocks noGrp="1"/>
          </p:cNvSpPr>
          <p:nvPr>
            <p:ph type="ftr" sz="quarter" idx="4294967295"/>
          </p:nvPr>
        </p:nvSpPr>
        <p:spPr bwMode="auto">
          <a:xfrm>
            <a:off x="0" y="6492875"/>
            <a:ext cx="2351088" cy="3651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a:defRPr sz="2200">
                <a:solidFill>
                  <a:schemeClr val="tx1"/>
                </a:solidFill>
                <a:latin typeface="Arial" panose="020B0604020202020204" pitchFamily="34" charset="0"/>
              </a:defRPr>
            </a:lvl1pPr>
            <a:lvl2pPr marL="742950" indent="-285750">
              <a:defRPr sz="2200">
                <a:solidFill>
                  <a:schemeClr val="tx1"/>
                </a:solidFill>
                <a:latin typeface="Arial" panose="020B0604020202020204" pitchFamily="34" charset="0"/>
              </a:defRPr>
            </a:lvl2pPr>
            <a:lvl3pPr marL="1143000" indent="-228600">
              <a:defRPr sz="2200">
                <a:solidFill>
                  <a:schemeClr val="tx1"/>
                </a:solidFill>
                <a:latin typeface="Arial" panose="020B0604020202020204" pitchFamily="34" charset="0"/>
              </a:defRPr>
            </a:lvl3pPr>
            <a:lvl4pPr marL="1600200" indent="-228600">
              <a:defRPr sz="2200">
                <a:solidFill>
                  <a:schemeClr val="tx1"/>
                </a:solidFill>
                <a:latin typeface="Arial" panose="020B0604020202020204" pitchFamily="34" charset="0"/>
              </a:defRPr>
            </a:lvl4pPr>
            <a:lvl5pPr marL="2057400" indent="-228600">
              <a:defRPr sz="2200">
                <a:solidFill>
                  <a:schemeClr val="tx1"/>
                </a:solidFill>
                <a:latin typeface="Arial" panose="020B0604020202020204" pitchFamily="34" charset="0"/>
              </a:defRPr>
            </a:lvl5pPr>
            <a:lvl6pPr marL="2514600" indent="-228600" eaLnBrk="0" fontAlgn="base" hangingPunct="0">
              <a:spcBef>
                <a:spcPct val="0"/>
              </a:spcBef>
              <a:spcAft>
                <a:spcPct val="0"/>
              </a:spcAft>
              <a:defRPr sz="2200">
                <a:solidFill>
                  <a:schemeClr val="tx1"/>
                </a:solidFill>
                <a:latin typeface="Arial" panose="020B0604020202020204" pitchFamily="34" charset="0"/>
              </a:defRPr>
            </a:lvl6pPr>
            <a:lvl7pPr marL="2971800" indent="-228600" eaLnBrk="0" fontAlgn="base" hangingPunct="0">
              <a:spcBef>
                <a:spcPct val="0"/>
              </a:spcBef>
              <a:spcAft>
                <a:spcPct val="0"/>
              </a:spcAft>
              <a:defRPr sz="2200">
                <a:solidFill>
                  <a:schemeClr val="tx1"/>
                </a:solidFill>
                <a:latin typeface="Arial" panose="020B0604020202020204" pitchFamily="34" charset="0"/>
              </a:defRPr>
            </a:lvl7pPr>
            <a:lvl8pPr marL="3429000" indent="-228600" eaLnBrk="0" fontAlgn="base" hangingPunct="0">
              <a:spcBef>
                <a:spcPct val="0"/>
              </a:spcBef>
              <a:spcAft>
                <a:spcPct val="0"/>
              </a:spcAft>
              <a:defRPr sz="2200">
                <a:solidFill>
                  <a:schemeClr val="tx1"/>
                </a:solidFill>
                <a:latin typeface="Arial" panose="020B0604020202020204" pitchFamily="34" charset="0"/>
              </a:defRPr>
            </a:lvl8pPr>
            <a:lvl9pPr marL="3886200" indent="-228600" eaLnBrk="0" fontAlgn="base" hangingPunct="0">
              <a:spcBef>
                <a:spcPct val="0"/>
              </a:spcBef>
              <a:spcAft>
                <a:spcPct val="0"/>
              </a:spcAft>
              <a:defRPr sz="2200">
                <a:solidFill>
                  <a:schemeClr val="tx1"/>
                </a:solidFill>
                <a:latin typeface="Arial" panose="020B0604020202020204" pitchFamily="34" charset="0"/>
              </a:defRPr>
            </a:lvl9pPr>
          </a:lstStyle>
          <a:p>
            <a:r>
              <a:rPr lang="en-US" altLang="zh-CN" sz="1200">
                <a:ea typeface="宋体" panose="02010600030101010101" pitchFamily="2" charset="-122"/>
              </a:rPr>
              <a:t>Information Technology Project Management, Sixth Edition</a:t>
            </a:r>
          </a:p>
        </p:txBody>
      </p:sp>
      <p:sp>
        <p:nvSpPr>
          <p:cNvPr id="33797" name="灯片编号占位符 4"/>
          <p:cNvSpPr>
            <a:spLocks noGrp="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200">
                <a:solidFill>
                  <a:schemeClr val="tx1"/>
                </a:solidFill>
                <a:latin typeface="Arial" panose="020B0604020202020204" pitchFamily="34" charset="0"/>
              </a:defRPr>
            </a:lvl1pPr>
            <a:lvl2pPr marL="742950" indent="-285750">
              <a:defRPr sz="2200">
                <a:solidFill>
                  <a:schemeClr val="tx1"/>
                </a:solidFill>
                <a:latin typeface="Arial" panose="020B0604020202020204" pitchFamily="34" charset="0"/>
              </a:defRPr>
            </a:lvl2pPr>
            <a:lvl3pPr marL="1143000" indent="-228600">
              <a:defRPr sz="2200">
                <a:solidFill>
                  <a:schemeClr val="tx1"/>
                </a:solidFill>
                <a:latin typeface="Arial" panose="020B0604020202020204" pitchFamily="34" charset="0"/>
              </a:defRPr>
            </a:lvl3pPr>
            <a:lvl4pPr marL="1600200" indent="-228600">
              <a:defRPr sz="2200">
                <a:solidFill>
                  <a:schemeClr val="tx1"/>
                </a:solidFill>
                <a:latin typeface="Arial" panose="020B0604020202020204" pitchFamily="34" charset="0"/>
              </a:defRPr>
            </a:lvl4pPr>
            <a:lvl5pPr marL="2057400" indent="-228600">
              <a:defRPr sz="2200">
                <a:solidFill>
                  <a:schemeClr val="tx1"/>
                </a:solidFill>
                <a:latin typeface="Arial" panose="020B0604020202020204" pitchFamily="34" charset="0"/>
              </a:defRPr>
            </a:lvl5pPr>
            <a:lvl6pPr marL="2514600" indent="-228600" eaLnBrk="0" fontAlgn="base" hangingPunct="0">
              <a:spcBef>
                <a:spcPct val="0"/>
              </a:spcBef>
              <a:spcAft>
                <a:spcPct val="0"/>
              </a:spcAft>
              <a:defRPr sz="2200">
                <a:solidFill>
                  <a:schemeClr val="tx1"/>
                </a:solidFill>
                <a:latin typeface="Arial" panose="020B0604020202020204" pitchFamily="34" charset="0"/>
              </a:defRPr>
            </a:lvl6pPr>
            <a:lvl7pPr marL="2971800" indent="-228600" eaLnBrk="0" fontAlgn="base" hangingPunct="0">
              <a:spcBef>
                <a:spcPct val="0"/>
              </a:spcBef>
              <a:spcAft>
                <a:spcPct val="0"/>
              </a:spcAft>
              <a:defRPr sz="2200">
                <a:solidFill>
                  <a:schemeClr val="tx1"/>
                </a:solidFill>
                <a:latin typeface="Arial" panose="020B0604020202020204" pitchFamily="34" charset="0"/>
              </a:defRPr>
            </a:lvl7pPr>
            <a:lvl8pPr marL="3429000" indent="-228600" eaLnBrk="0" fontAlgn="base" hangingPunct="0">
              <a:spcBef>
                <a:spcPct val="0"/>
              </a:spcBef>
              <a:spcAft>
                <a:spcPct val="0"/>
              </a:spcAft>
              <a:defRPr sz="2200">
                <a:solidFill>
                  <a:schemeClr val="tx1"/>
                </a:solidFill>
                <a:latin typeface="Arial" panose="020B0604020202020204" pitchFamily="34" charset="0"/>
              </a:defRPr>
            </a:lvl8pPr>
            <a:lvl9pPr marL="3886200" indent="-228600" eaLnBrk="0" fontAlgn="base" hangingPunct="0">
              <a:spcBef>
                <a:spcPct val="0"/>
              </a:spcBef>
              <a:spcAft>
                <a:spcPct val="0"/>
              </a:spcAft>
              <a:defRPr sz="2200">
                <a:solidFill>
                  <a:schemeClr val="tx1"/>
                </a:solidFill>
                <a:latin typeface="Arial" panose="020B0604020202020204" pitchFamily="34" charset="0"/>
              </a:defRPr>
            </a:lvl9pPr>
          </a:lstStyle>
          <a:p>
            <a:fld id="{F85FF4C8-7D82-4D27-8920-BC6F6D836598}" type="slidenum">
              <a:rPr lang="en-US" altLang="zh-CN" sz="1200" smtClean="0"/>
              <a:pPr/>
              <a:t>16</a:t>
            </a:fld>
            <a:endParaRPr lang="en-US" altLang="zh-CN" sz="1200"/>
          </a:p>
        </p:txBody>
      </p:sp>
      <p:sp>
        <p:nvSpPr>
          <p:cNvPr id="33798" name="文本框 5"/>
          <p:cNvSpPr txBox="1">
            <a:spLocks noChangeArrowheads="1"/>
          </p:cNvSpPr>
          <p:nvPr/>
        </p:nvSpPr>
        <p:spPr bwMode="auto">
          <a:xfrm>
            <a:off x="2179638" y="2133600"/>
            <a:ext cx="342900" cy="430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200">
                <a:solidFill>
                  <a:schemeClr val="tx1"/>
                </a:solidFill>
                <a:latin typeface="Arial" panose="020B0604020202020204" pitchFamily="34" charset="0"/>
              </a:defRPr>
            </a:lvl1pPr>
            <a:lvl2pPr marL="742950" indent="-285750">
              <a:defRPr sz="2200">
                <a:solidFill>
                  <a:schemeClr val="tx1"/>
                </a:solidFill>
                <a:latin typeface="Arial" panose="020B0604020202020204" pitchFamily="34" charset="0"/>
              </a:defRPr>
            </a:lvl2pPr>
            <a:lvl3pPr marL="1143000" indent="-228600">
              <a:defRPr sz="2200">
                <a:solidFill>
                  <a:schemeClr val="tx1"/>
                </a:solidFill>
                <a:latin typeface="Arial" panose="020B0604020202020204" pitchFamily="34" charset="0"/>
              </a:defRPr>
            </a:lvl3pPr>
            <a:lvl4pPr marL="1600200" indent="-228600">
              <a:defRPr sz="2200">
                <a:solidFill>
                  <a:schemeClr val="tx1"/>
                </a:solidFill>
                <a:latin typeface="Arial" panose="020B0604020202020204" pitchFamily="34" charset="0"/>
              </a:defRPr>
            </a:lvl4pPr>
            <a:lvl5pPr marL="2057400" indent="-228600">
              <a:defRPr sz="2200">
                <a:solidFill>
                  <a:schemeClr val="tx1"/>
                </a:solidFill>
                <a:latin typeface="Arial" panose="020B0604020202020204" pitchFamily="34" charset="0"/>
              </a:defRPr>
            </a:lvl5pPr>
            <a:lvl6pPr marL="2514600" indent="-228600" eaLnBrk="0" fontAlgn="base" hangingPunct="0">
              <a:spcBef>
                <a:spcPct val="0"/>
              </a:spcBef>
              <a:spcAft>
                <a:spcPct val="0"/>
              </a:spcAft>
              <a:defRPr sz="2200">
                <a:solidFill>
                  <a:schemeClr val="tx1"/>
                </a:solidFill>
                <a:latin typeface="Arial" panose="020B0604020202020204" pitchFamily="34" charset="0"/>
              </a:defRPr>
            </a:lvl6pPr>
            <a:lvl7pPr marL="2971800" indent="-228600" eaLnBrk="0" fontAlgn="base" hangingPunct="0">
              <a:spcBef>
                <a:spcPct val="0"/>
              </a:spcBef>
              <a:spcAft>
                <a:spcPct val="0"/>
              </a:spcAft>
              <a:defRPr sz="2200">
                <a:solidFill>
                  <a:schemeClr val="tx1"/>
                </a:solidFill>
                <a:latin typeface="Arial" panose="020B0604020202020204" pitchFamily="34" charset="0"/>
              </a:defRPr>
            </a:lvl7pPr>
            <a:lvl8pPr marL="3429000" indent="-228600" eaLnBrk="0" fontAlgn="base" hangingPunct="0">
              <a:spcBef>
                <a:spcPct val="0"/>
              </a:spcBef>
              <a:spcAft>
                <a:spcPct val="0"/>
              </a:spcAft>
              <a:defRPr sz="2200">
                <a:solidFill>
                  <a:schemeClr val="tx1"/>
                </a:solidFill>
                <a:latin typeface="Arial" panose="020B0604020202020204" pitchFamily="34" charset="0"/>
              </a:defRPr>
            </a:lvl8pPr>
            <a:lvl9pPr marL="3886200" indent="-228600" eaLnBrk="0" fontAlgn="base" hangingPunct="0">
              <a:spcBef>
                <a:spcPct val="0"/>
              </a:spcBef>
              <a:spcAft>
                <a:spcPct val="0"/>
              </a:spcAft>
              <a:defRPr sz="2200">
                <a:solidFill>
                  <a:schemeClr val="tx1"/>
                </a:solidFill>
                <a:latin typeface="Arial" panose="020B0604020202020204" pitchFamily="34" charset="0"/>
              </a:defRPr>
            </a:lvl9pPr>
          </a:lstStyle>
          <a:p>
            <a:pPr eaLnBrk="1" hangingPunct="1"/>
            <a:r>
              <a:rPr lang="en-US" altLang="zh-CN"/>
              <a:t>n</a:t>
            </a:r>
            <a:endParaRPr lang="zh-CN" altLang="en-US"/>
          </a:p>
        </p:txBody>
      </p:sp>
    </p:spTree>
    <p:extLst>
      <p:ext uri="{BB962C8B-B14F-4D97-AF65-F5344CB8AC3E}">
        <p14:creationId xmlns:p14="http://schemas.microsoft.com/office/powerpoint/2010/main" val="50406129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Footer Placeholder 9"/>
          <p:cNvSpPr>
            <a:spLocks noGrp="1"/>
          </p:cNvSpPr>
          <p:nvPr>
            <p:ph type="ftr" sz="quarter" idx="11"/>
          </p:nvPr>
        </p:nvSpPr>
        <p:spPr/>
        <p:txBody>
          <a:bodyPr/>
          <a:lstStyle/>
          <a:p>
            <a:pPr>
              <a:defRPr/>
            </a:pPr>
            <a:r>
              <a:rPr lang="en-US"/>
              <a:t>Information Technology Project Management, Seventh Edition</a:t>
            </a:r>
            <a:endParaRPr lang="en-US" dirty="0"/>
          </a:p>
        </p:txBody>
      </p:sp>
      <p:sp>
        <p:nvSpPr>
          <p:cNvPr id="9" name="Slide Number Placeholder 8"/>
          <p:cNvSpPr>
            <a:spLocks noGrp="1"/>
          </p:cNvSpPr>
          <p:nvPr>
            <p:ph type="sldNum" sz="quarter" idx="12"/>
          </p:nvPr>
        </p:nvSpPr>
        <p:spPr/>
        <p:txBody>
          <a:bodyPr/>
          <a:lstStyle/>
          <a:p>
            <a:pPr>
              <a:defRPr/>
            </a:pPr>
            <a:fld id="{CAB078C3-AD74-4C69-8529-ABFACC42093C}" type="slidenum">
              <a:rPr lang="en-US" smtClean="0"/>
              <a:pPr>
                <a:defRPr/>
              </a:pPr>
              <a:t>17</a:t>
            </a:fld>
            <a:endParaRPr lang="en-US" dirty="0"/>
          </a:p>
        </p:txBody>
      </p:sp>
      <p:sp>
        <p:nvSpPr>
          <p:cNvPr id="25602" name="Rectangle 2"/>
          <p:cNvSpPr>
            <a:spLocks noGrp="1" noChangeArrowheads="1"/>
          </p:cNvSpPr>
          <p:nvPr>
            <p:ph type="title"/>
          </p:nvPr>
        </p:nvSpPr>
        <p:spPr>
          <a:xfrm>
            <a:off x="457200" y="0"/>
            <a:ext cx="8229600" cy="1143000"/>
          </a:xfrm>
        </p:spPr>
        <p:txBody>
          <a:bodyPr>
            <a:normAutofit fontScale="90000"/>
          </a:bodyPr>
          <a:lstStyle/>
          <a:p>
            <a:r>
              <a:rPr lang="en-US" dirty="0"/>
              <a:t>Figure 4-4. Net Present Value Example</a:t>
            </a:r>
            <a:endParaRPr lang="en-US" sz="6000" dirty="0"/>
          </a:p>
        </p:txBody>
      </p:sp>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2400" y="1220367"/>
            <a:ext cx="8981154" cy="5104233"/>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Footer Placeholder 11"/>
          <p:cNvSpPr>
            <a:spLocks noGrp="1"/>
          </p:cNvSpPr>
          <p:nvPr>
            <p:ph type="ftr" sz="quarter" idx="11"/>
          </p:nvPr>
        </p:nvSpPr>
        <p:spPr/>
        <p:txBody>
          <a:bodyPr/>
          <a:lstStyle/>
          <a:p>
            <a:pPr>
              <a:defRPr/>
            </a:pPr>
            <a:r>
              <a:rPr lang="en-US"/>
              <a:t>Information Technology Project Management, Seventh Edition</a:t>
            </a:r>
            <a:endParaRPr lang="en-US" dirty="0"/>
          </a:p>
        </p:txBody>
      </p:sp>
      <p:sp>
        <p:nvSpPr>
          <p:cNvPr id="10" name="Slide Number Placeholder 9"/>
          <p:cNvSpPr>
            <a:spLocks noGrp="1"/>
          </p:cNvSpPr>
          <p:nvPr>
            <p:ph type="sldNum" sz="quarter" idx="12"/>
          </p:nvPr>
        </p:nvSpPr>
        <p:spPr/>
        <p:txBody>
          <a:bodyPr/>
          <a:lstStyle/>
          <a:p>
            <a:pPr>
              <a:defRPr/>
            </a:pPr>
            <a:fld id="{CAB078C3-AD74-4C69-8529-ABFACC42093C}" type="slidenum">
              <a:rPr lang="en-US" smtClean="0"/>
              <a:pPr>
                <a:defRPr/>
              </a:pPr>
              <a:t>18</a:t>
            </a:fld>
            <a:endParaRPr lang="en-US" dirty="0"/>
          </a:p>
        </p:txBody>
      </p:sp>
      <p:sp>
        <p:nvSpPr>
          <p:cNvPr id="26626" name="Rectangle 2"/>
          <p:cNvSpPr>
            <a:spLocks noGrp="1" noChangeArrowheads="1"/>
          </p:cNvSpPr>
          <p:nvPr>
            <p:ph type="title"/>
          </p:nvPr>
        </p:nvSpPr>
        <p:spPr>
          <a:xfrm>
            <a:off x="228600" y="152400"/>
            <a:ext cx="8763000" cy="1143000"/>
          </a:xfrm>
        </p:spPr>
        <p:txBody>
          <a:bodyPr>
            <a:noAutofit/>
          </a:bodyPr>
          <a:lstStyle/>
          <a:p>
            <a:r>
              <a:rPr lang="en-US" sz="3200" dirty="0"/>
              <a:t>Figure 4-5. JWD Consulting NPV Example</a:t>
            </a:r>
          </a:p>
        </p:txBody>
      </p:sp>
      <p:sp>
        <p:nvSpPr>
          <p:cNvPr id="26631" name="Text Box 9"/>
          <p:cNvSpPr txBox="1">
            <a:spLocks noChangeArrowheads="1"/>
          </p:cNvSpPr>
          <p:nvPr/>
        </p:nvSpPr>
        <p:spPr bwMode="auto">
          <a:xfrm>
            <a:off x="914400" y="5791200"/>
            <a:ext cx="7377113" cy="457200"/>
          </a:xfrm>
          <a:prstGeom prst="rect">
            <a:avLst/>
          </a:prstGeom>
          <a:noFill/>
          <a:ln w="9525">
            <a:noFill/>
            <a:miter lim="800000"/>
            <a:headEnd/>
            <a:tailEnd/>
          </a:ln>
        </p:spPr>
        <p:txBody>
          <a:bodyPr wrap="none">
            <a:spAutoFit/>
          </a:bodyPr>
          <a:lstStyle/>
          <a:p>
            <a:r>
              <a:rPr lang="en-US" dirty="0"/>
              <a:t>Note:  See the template called business_case_financials.xls</a:t>
            </a:r>
          </a:p>
        </p:txBody>
      </p:sp>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57200" y="996035"/>
            <a:ext cx="7863628" cy="4795165"/>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3" name="Rectangle 3"/>
          <p:cNvSpPr>
            <a:spLocks noGrp="1" noChangeArrowheads="1"/>
          </p:cNvSpPr>
          <p:nvPr>
            <p:ph idx="1"/>
          </p:nvPr>
        </p:nvSpPr>
        <p:spPr>
          <a:xfrm>
            <a:off x="381000" y="1295400"/>
            <a:ext cx="8458200" cy="4953000"/>
          </a:xfrm>
        </p:spPr>
        <p:txBody>
          <a:bodyPr/>
          <a:lstStyle/>
          <a:p>
            <a:pPr>
              <a:lnSpc>
                <a:spcPct val="90000"/>
              </a:lnSpc>
            </a:pPr>
            <a:r>
              <a:rPr lang="en-US" dirty="0"/>
              <a:t>Determine estimated costs and benefits for the life of the project and the products it produces</a:t>
            </a:r>
          </a:p>
          <a:p>
            <a:pPr>
              <a:lnSpc>
                <a:spcPct val="90000"/>
              </a:lnSpc>
            </a:pPr>
            <a:r>
              <a:rPr lang="en-US" dirty="0"/>
              <a:t>Determine the discount rate (check with your organization on what to use)</a:t>
            </a:r>
          </a:p>
          <a:p>
            <a:pPr>
              <a:lnSpc>
                <a:spcPct val="90000"/>
              </a:lnSpc>
            </a:pPr>
            <a:r>
              <a:rPr lang="en-US" dirty="0"/>
              <a:t>Calculate the NPV (see text for details)</a:t>
            </a:r>
          </a:p>
          <a:p>
            <a:pPr>
              <a:lnSpc>
                <a:spcPct val="90000"/>
              </a:lnSpc>
            </a:pPr>
            <a:r>
              <a:rPr lang="en-US" dirty="0"/>
              <a:t>Notes:  Some organizations consider the investment year as year 0, while others start in year 1.  Some people entered costs as negative numbers, while others do not.  Check with your organization for their preferences</a:t>
            </a:r>
          </a:p>
        </p:txBody>
      </p:sp>
      <p:sp>
        <p:nvSpPr>
          <p:cNvPr id="27650" name="Footer Placeholder 3"/>
          <p:cNvSpPr>
            <a:spLocks noGrp="1"/>
          </p:cNvSpPr>
          <p:nvPr>
            <p:ph type="ftr" sz="quarter" idx="11"/>
          </p:nvPr>
        </p:nvSpPr>
        <p:spPr bwMode="auto">
          <a:noFill/>
          <a:ln>
            <a:miter lim="800000"/>
            <a:headEnd/>
            <a:tailEnd/>
          </a:ln>
        </p:spPr>
        <p:txBody>
          <a:bodyPr/>
          <a:lstStyle/>
          <a:p>
            <a:r>
              <a:rPr lang="en-US"/>
              <a:t>Information Technology Project Management, Seventh Edition</a:t>
            </a:r>
            <a:endParaRPr lang="en-US" dirty="0"/>
          </a:p>
        </p:txBody>
      </p:sp>
      <p:sp>
        <p:nvSpPr>
          <p:cNvPr id="5" name="Slide Number Placeholder 4"/>
          <p:cNvSpPr>
            <a:spLocks noGrp="1"/>
          </p:cNvSpPr>
          <p:nvPr>
            <p:ph type="sldNum" sz="quarter" idx="12"/>
          </p:nvPr>
        </p:nvSpPr>
        <p:spPr/>
        <p:txBody>
          <a:bodyPr/>
          <a:lstStyle/>
          <a:p>
            <a:pPr>
              <a:defRPr/>
            </a:pPr>
            <a:fld id="{7FF2F989-DE93-47EE-8969-C3870F8B4B06}" type="slidenum">
              <a:rPr lang="en-US"/>
              <a:pPr>
                <a:defRPr/>
              </a:pPr>
              <a:t>19</a:t>
            </a:fld>
            <a:endParaRPr lang="en-US" dirty="0"/>
          </a:p>
        </p:txBody>
      </p:sp>
      <p:sp>
        <p:nvSpPr>
          <p:cNvPr id="27652" name="Rectangle 2"/>
          <p:cNvSpPr>
            <a:spLocks noGrp="1" noChangeArrowheads="1"/>
          </p:cNvSpPr>
          <p:nvPr>
            <p:ph type="title"/>
          </p:nvPr>
        </p:nvSpPr>
        <p:spPr/>
        <p:txBody>
          <a:bodyPr/>
          <a:lstStyle/>
          <a:p>
            <a:r>
              <a:rPr lang="en-US" dirty="0"/>
              <a:t>NPV Calculations</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7" name="Rectangle 3"/>
          <p:cNvSpPr>
            <a:spLocks noGrp="1" noChangeArrowheads="1"/>
          </p:cNvSpPr>
          <p:nvPr>
            <p:ph idx="1"/>
          </p:nvPr>
        </p:nvSpPr>
        <p:spPr>
          <a:xfrm>
            <a:off x="228600" y="1066800"/>
            <a:ext cx="8458200" cy="4572000"/>
          </a:xfrm>
        </p:spPr>
        <p:txBody>
          <a:bodyPr>
            <a:normAutofit lnSpcReduction="10000"/>
          </a:bodyPr>
          <a:lstStyle/>
          <a:p>
            <a:pPr>
              <a:lnSpc>
                <a:spcPct val="90000"/>
              </a:lnSpc>
            </a:pPr>
            <a:r>
              <a:rPr lang="en-US" b="1" dirty="0"/>
              <a:t>Return on investment</a:t>
            </a:r>
            <a:r>
              <a:rPr lang="en-US" dirty="0"/>
              <a:t> (ROI) is calculated by subtracting the project costs from the benefits and then dividing by the costs</a:t>
            </a:r>
          </a:p>
          <a:p>
            <a:pPr lvl="1">
              <a:lnSpc>
                <a:spcPct val="90000"/>
              </a:lnSpc>
              <a:buFontTx/>
              <a:buNone/>
            </a:pPr>
            <a:r>
              <a:rPr lang="en-US" dirty="0"/>
              <a:t>   ROI = (total discounted benefits - total discounted costs) / discounted costs</a:t>
            </a:r>
          </a:p>
          <a:p>
            <a:pPr>
              <a:lnSpc>
                <a:spcPct val="90000"/>
              </a:lnSpc>
            </a:pPr>
            <a:r>
              <a:rPr lang="en-US" dirty="0"/>
              <a:t>The higher the ROI, the better	</a:t>
            </a:r>
          </a:p>
          <a:p>
            <a:pPr>
              <a:lnSpc>
                <a:spcPct val="90000"/>
              </a:lnSpc>
            </a:pPr>
            <a:r>
              <a:rPr lang="en-US" dirty="0"/>
              <a:t>Many organizations have a </a:t>
            </a:r>
            <a:r>
              <a:rPr lang="en-US" b="1" dirty="0"/>
              <a:t>required rate of return </a:t>
            </a:r>
            <a:r>
              <a:rPr lang="en-US" dirty="0"/>
              <a:t>or minimum acceptable rate of return on investment for projects	</a:t>
            </a:r>
          </a:p>
          <a:p>
            <a:pPr>
              <a:lnSpc>
                <a:spcPct val="90000"/>
              </a:lnSpc>
            </a:pPr>
            <a:r>
              <a:rPr lang="en-US" b="1" dirty="0"/>
              <a:t>Internal rate of return </a:t>
            </a:r>
            <a:r>
              <a:rPr lang="en-US" dirty="0"/>
              <a:t>(IRR) can by calculated by finding the discount rate that makes the NPV equal to zero	</a:t>
            </a:r>
          </a:p>
          <a:p>
            <a:pPr lvl="1">
              <a:lnSpc>
                <a:spcPct val="90000"/>
              </a:lnSpc>
              <a:buFontTx/>
              <a:buNone/>
            </a:pPr>
            <a:endParaRPr lang="en-US" dirty="0"/>
          </a:p>
        </p:txBody>
      </p:sp>
      <p:sp>
        <p:nvSpPr>
          <p:cNvPr id="28674" name="Footer Placeholder 3"/>
          <p:cNvSpPr>
            <a:spLocks noGrp="1"/>
          </p:cNvSpPr>
          <p:nvPr>
            <p:ph type="ftr" sz="quarter" idx="11"/>
          </p:nvPr>
        </p:nvSpPr>
        <p:spPr bwMode="auto">
          <a:noFill/>
          <a:ln>
            <a:miter lim="800000"/>
            <a:headEnd/>
            <a:tailEnd/>
          </a:ln>
        </p:spPr>
        <p:txBody>
          <a:bodyPr/>
          <a:lstStyle/>
          <a:p>
            <a:r>
              <a:rPr lang="en-US"/>
              <a:t>Information Technology Project Management, Seventh Edition</a:t>
            </a:r>
            <a:endParaRPr lang="en-US" dirty="0"/>
          </a:p>
        </p:txBody>
      </p:sp>
      <p:sp>
        <p:nvSpPr>
          <p:cNvPr id="5" name="Slide Number Placeholder 4"/>
          <p:cNvSpPr>
            <a:spLocks noGrp="1"/>
          </p:cNvSpPr>
          <p:nvPr>
            <p:ph type="sldNum" sz="quarter" idx="12"/>
          </p:nvPr>
        </p:nvSpPr>
        <p:spPr/>
        <p:txBody>
          <a:bodyPr/>
          <a:lstStyle/>
          <a:p>
            <a:pPr>
              <a:defRPr/>
            </a:pPr>
            <a:fld id="{AAA01C81-05FE-4C62-8FDC-A53A3FB0485C}" type="slidenum">
              <a:rPr lang="en-US"/>
              <a:pPr>
                <a:defRPr/>
              </a:pPr>
              <a:t>20</a:t>
            </a:fld>
            <a:endParaRPr lang="en-US" dirty="0"/>
          </a:p>
        </p:txBody>
      </p:sp>
      <p:sp>
        <p:nvSpPr>
          <p:cNvPr id="28676" name="Rectangle 2"/>
          <p:cNvSpPr>
            <a:spLocks noGrp="1" noChangeArrowheads="1"/>
          </p:cNvSpPr>
          <p:nvPr>
            <p:ph type="title"/>
          </p:nvPr>
        </p:nvSpPr>
        <p:spPr>
          <a:xfrm>
            <a:off x="381000" y="292100"/>
            <a:ext cx="8763000" cy="674688"/>
          </a:xfrm>
        </p:spPr>
        <p:txBody>
          <a:bodyPr>
            <a:normAutofit fontScale="90000"/>
          </a:bodyPr>
          <a:lstStyle/>
          <a:p>
            <a:r>
              <a:rPr lang="en-US" sz="4800" dirty="0"/>
              <a:t>Return on Investment</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701" name="Rectangle 3"/>
          <p:cNvSpPr>
            <a:spLocks noGrp="1" noChangeArrowheads="1"/>
          </p:cNvSpPr>
          <p:nvPr>
            <p:ph idx="1"/>
          </p:nvPr>
        </p:nvSpPr>
        <p:spPr>
          <a:xfrm>
            <a:off x="381000" y="1066800"/>
            <a:ext cx="8077200" cy="4876800"/>
          </a:xfrm>
        </p:spPr>
        <p:txBody>
          <a:bodyPr/>
          <a:lstStyle/>
          <a:p>
            <a:pPr>
              <a:lnSpc>
                <a:spcPct val="90000"/>
              </a:lnSpc>
            </a:pPr>
            <a:r>
              <a:rPr lang="en-US" dirty="0"/>
              <a:t>Another important financial consideration is payback analysis</a:t>
            </a:r>
          </a:p>
          <a:p>
            <a:pPr>
              <a:lnSpc>
                <a:spcPct val="90000"/>
              </a:lnSpc>
            </a:pPr>
            <a:r>
              <a:rPr lang="en-US" dirty="0"/>
              <a:t>The </a:t>
            </a:r>
            <a:r>
              <a:rPr lang="en-US" b="1" dirty="0"/>
              <a:t>payback period</a:t>
            </a:r>
            <a:r>
              <a:rPr lang="en-US" dirty="0"/>
              <a:t> is the amount of time it will take to recoup, in the form of net cash inflows, the total dollars invested in a project</a:t>
            </a:r>
          </a:p>
          <a:p>
            <a:pPr>
              <a:lnSpc>
                <a:spcPct val="90000"/>
              </a:lnSpc>
            </a:pPr>
            <a:r>
              <a:rPr lang="en-US" dirty="0"/>
              <a:t>Payback occurs when the net cumulative discounted benefits equals the costs</a:t>
            </a:r>
          </a:p>
          <a:p>
            <a:pPr>
              <a:lnSpc>
                <a:spcPct val="90000"/>
              </a:lnSpc>
            </a:pPr>
            <a:r>
              <a:rPr lang="en-US" dirty="0"/>
              <a:t>Many organizations want IT projects to have a fairly short payback period</a:t>
            </a:r>
          </a:p>
          <a:p>
            <a:pPr>
              <a:lnSpc>
                <a:spcPct val="90000"/>
              </a:lnSpc>
              <a:buFontTx/>
              <a:buNone/>
            </a:pPr>
            <a:endParaRPr lang="en-US" dirty="0"/>
          </a:p>
        </p:txBody>
      </p:sp>
      <p:sp>
        <p:nvSpPr>
          <p:cNvPr id="29698" name="Footer Placeholder 3"/>
          <p:cNvSpPr>
            <a:spLocks noGrp="1"/>
          </p:cNvSpPr>
          <p:nvPr>
            <p:ph type="ftr" sz="quarter" idx="11"/>
          </p:nvPr>
        </p:nvSpPr>
        <p:spPr bwMode="auto">
          <a:noFill/>
          <a:ln>
            <a:miter lim="800000"/>
            <a:headEnd/>
            <a:tailEnd/>
          </a:ln>
        </p:spPr>
        <p:txBody>
          <a:bodyPr/>
          <a:lstStyle/>
          <a:p>
            <a:r>
              <a:rPr lang="en-US"/>
              <a:t>Information Technology Project Management, Seventh Edition</a:t>
            </a:r>
            <a:endParaRPr lang="en-US" dirty="0"/>
          </a:p>
        </p:txBody>
      </p:sp>
      <p:sp>
        <p:nvSpPr>
          <p:cNvPr id="5" name="Slide Number Placeholder 4"/>
          <p:cNvSpPr>
            <a:spLocks noGrp="1"/>
          </p:cNvSpPr>
          <p:nvPr>
            <p:ph type="sldNum" sz="quarter" idx="12"/>
          </p:nvPr>
        </p:nvSpPr>
        <p:spPr/>
        <p:txBody>
          <a:bodyPr/>
          <a:lstStyle/>
          <a:p>
            <a:pPr>
              <a:defRPr/>
            </a:pPr>
            <a:fld id="{57D43B53-6966-430E-9FEE-F57AAE6D637A}" type="slidenum">
              <a:rPr lang="en-US"/>
              <a:pPr>
                <a:defRPr/>
              </a:pPr>
              <a:t>21</a:t>
            </a:fld>
            <a:endParaRPr lang="en-US" dirty="0"/>
          </a:p>
        </p:txBody>
      </p:sp>
      <p:sp>
        <p:nvSpPr>
          <p:cNvPr id="29700" name="Rectangle 2"/>
          <p:cNvSpPr>
            <a:spLocks noGrp="1" noChangeArrowheads="1"/>
          </p:cNvSpPr>
          <p:nvPr>
            <p:ph type="title"/>
          </p:nvPr>
        </p:nvSpPr>
        <p:spPr>
          <a:xfrm>
            <a:off x="533400" y="292100"/>
            <a:ext cx="8610600" cy="674688"/>
          </a:xfrm>
        </p:spPr>
        <p:txBody>
          <a:bodyPr>
            <a:normAutofit fontScale="90000"/>
          </a:bodyPr>
          <a:lstStyle/>
          <a:p>
            <a:r>
              <a:rPr lang="en-US" sz="4800" dirty="0"/>
              <a:t>Payback Analysis</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Footer Placeholder 6"/>
          <p:cNvSpPr>
            <a:spLocks noGrp="1"/>
          </p:cNvSpPr>
          <p:nvPr>
            <p:ph type="ftr" sz="quarter" idx="11"/>
          </p:nvPr>
        </p:nvSpPr>
        <p:spPr/>
        <p:txBody>
          <a:bodyPr/>
          <a:lstStyle/>
          <a:p>
            <a:pPr>
              <a:defRPr/>
            </a:pPr>
            <a:r>
              <a:rPr lang="en-US"/>
              <a:t>Information Technology Project Management, Seventh Edition</a:t>
            </a:r>
            <a:endParaRPr lang="en-US" dirty="0"/>
          </a:p>
        </p:txBody>
      </p:sp>
      <p:sp>
        <p:nvSpPr>
          <p:cNvPr id="6" name="Slide Number Placeholder 5"/>
          <p:cNvSpPr>
            <a:spLocks noGrp="1"/>
          </p:cNvSpPr>
          <p:nvPr>
            <p:ph type="sldNum" sz="quarter" idx="12"/>
          </p:nvPr>
        </p:nvSpPr>
        <p:spPr/>
        <p:txBody>
          <a:bodyPr/>
          <a:lstStyle/>
          <a:p>
            <a:pPr>
              <a:defRPr/>
            </a:pPr>
            <a:fld id="{CAB078C3-AD74-4C69-8529-ABFACC42093C}" type="slidenum">
              <a:rPr lang="en-US" smtClean="0"/>
              <a:pPr>
                <a:defRPr/>
              </a:pPr>
              <a:t>22</a:t>
            </a:fld>
            <a:endParaRPr lang="en-US" dirty="0"/>
          </a:p>
        </p:txBody>
      </p:sp>
      <p:sp>
        <p:nvSpPr>
          <p:cNvPr id="30722" name="Rectangle 2"/>
          <p:cNvSpPr>
            <a:spLocks noGrp="1" noChangeArrowheads="1"/>
          </p:cNvSpPr>
          <p:nvPr>
            <p:ph type="title"/>
          </p:nvPr>
        </p:nvSpPr>
        <p:spPr/>
        <p:txBody>
          <a:bodyPr>
            <a:normAutofit fontScale="90000"/>
          </a:bodyPr>
          <a:lstStyle/>
          <a:p>
            <a:r>
              <a:rPr lang="en-US" dirty="0"/>
              <a:t>Figure 4-6. Charting the Payback Period</a:t>
            </a:r>
            <a:endParaRPr lang="en-US" sz="4800" dirty="0"/>
          </a:p>
        </p:txBody>
      </p:sp>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71600" y="1490387"/>
            <a:ext cx="6781799" cy="4881803"/>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9" name="Rectangle 3"/>
          <p:cNvSpPr>
            <a:spLocks noGrp="1" noChangeArrowheads="1"/>
          </p:cNvSpPr>
          <p:nvPr>
            <p:ph idx="1"/>
          </p:nvPr>
        </p:nvSpPr>
        <p:spPr>
          <a:xfrm>
            <a:off x="304800" y="990600"/>
            <a:ext cx="8610600" cy="4791075"/>
          </a:xfrm>
        </p:spPr>
        <p:txBody>
          <a:bodyPr/>
          <a:lstStyle/>
          <a:p>
            <a:pPr marL="609600" indent="-609600">
              <a:lnSpc>
                <a:spcPct val="90000"/>
              </a:lnSpc>
            </a:pPr>
            <a:r>
              <a:rPr lang="en-US" dirty="0"/>
              <a:t>A weighted scoring model is a tool that provides a systematic process for selecting projects based on many criteria</a:t>
            </a:r>
          </a:p>
          <a:p>
            <a:pPr marL="1371600" lvl="2" indent="-457200">
              <a:lnSpc>
                <a:spcPct val="90000"/>
              </a:lnSpc>
              <a:buClrTx/>
            </a:pPr>
            <a:r>
              <a:rPr lang="en-US" dirty="0"/>
              <a:t>Identify criteria important to the project selection process</a:t>
            </a:r>
          </a:p>
          <a:p>
            <a:pPr marL="1371600" lvl="2" indent="-457200">
              <a:lnSpc>
                <a:spcPct val="90000"/>
              </a:lnSpc>
              <a:buClrTx/>
            </a:pPr>
            <a:r>
              <a:rPr lang="en-US" dirty="0"/>
              <a:t>Assign weights (percentages) to each criterion so they add up to 100%</a:t>
            </a:r>
          </a:p>
          <a:p>
            <a:pPr marL="1371600" lvl="2" indent="-457200">
              <a:lnSpc>
                <a:spcPct val="90000"/>
              </a:lnSpc>
              <a:buClrTx/>
            </a:pPr>
            <a:r>
              <a:rPr lang="en-US" dirty="0"/>
              <a:t>Assign scores to each criterion for each project</a:t>
            </a:r>
          </a:p>
          <a:p>
            <a:pPr marL="1371600" lvl="2" indent="-457200">
              <a:lnSpc>
                <a:spcPct val="90000"/>
              </a:lnSpc>
              <a:buClrTx/>
            </a:pPr>
            <a:r>
              <a:rPr lang="en-US" dirty="0"/>
              <a:t>Multiply the scores by the weights and get the total weighted scores</a:t>
            </a:r>
          </a:p>
          <a:p>
            <a:pPr marL="609600" indent="-609600">
              <a:lnSpc>
                <a:spcPct val="90000"/>
              </a:lnSpc>
            </a:pPr>
            <a:r>
              <a:rPr lang="en-US" dirty="0"/>
              <a:t>The higher the weighted score, the better</a:t>
            </a:r>
          </a:p>
        </p:txBody>
      </p:sp>
      <p:sp>
        <p:nvSpPr>
          <p:cNvPr id="31746" name="Footer Placeholder 3"/>
          <p:cNvSpPr>
            <a:spLocks noGrp="1"/>
          </p:cNvSpPr>
          <p:nvPr>
            <p:ph type="ftr" sz="quarter" idx="11"/>
          </p:nvPr>
        </p:nvSpPr>
        <p:spPr bwMode="auto">
          <a:noFill/>
          <a:ln>
            <a:miter lim="800000"/>
            <a:headEnd/>
            <a:tailEnd/>
          </a:ln>
        </p:spPr>
        <p:txBody>
          <a:bodyPr/>
          <a:lstStyle/>
          <a:p>
            <a:r>
              <a:rPr lang="en-US"/>
              <a:t>Information Technology Project Management, Seventh Edition</a:t>
            </a:r>
            <a:endParaRPr lang="en-US" dirty="0"/>
          </a:p>
        </p:txBody>
      </p:sp>
      <p:sp>
        <p:nvSpPr>
          <p:cNvPr id="5" name="Slide Number Placeholder 4"/>
          <p:cNvSpPr>
            <a:spLocks noGrp="1"/>
          </p:cNvSpPr>
          <p:nvPr>
            <p:ph type="sldNum" sz="quarter" idx="12"/>
          </p:nvPr>
        </p:nvSpPr>
        <p:spPr/>
        <p:txBody>
          <a:bodyPr/>
          <a:lstStyle/>
          <a:p>
            <a:pPr>
              <a:defRPr/>
            </a:pPr>
            <a:fld id="{999D12CE-7206-489B-BD53-1272D63E99CD}" type="slidenum">
              <a:rPr lang="en-US"/>
              <a:pPr>
                <a:defRPr/>
              </a:pPr>
              <a:t>23</a:t>
            </a:fld>
            <a:endParaRPr lang="en-US" dirty="0"/>
          </a:p>
        </p:txBody>
      </p:sp>
      <p:sp>
        <p:nvSpPr>
          <p:cNvPr id="31748" name="Rectangle 2"/>
          <p:cNvSpPr>
            <a:spLocks noGrp="1" noChangeArrowheads="1"/>
          </p:cNvSpPr>
          <p:nvPr>
            <p:ph type="title"/>
          </p:nvPr>
        </p:nvSpPr>
        <p:spPr>
          <a:xfrm>
            <a:off x="304800" y="304800"/>
            <a:ext cx="8839200" cy="673100"/>
          </a:xfrm>
        </p:spPr>
        <p:txBody>
          <a:bodyPr>
            <a:normAutofit fontScale="90000"/>
          </a:bodyPr>
          <a:lstStyle/>
          <a:p>
            <a:r>
              <a:rPr lang="en-US" dirty="0"/>
              <a:t>Weighted Scoring Model</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Footer Placeholder 6"/>
          <p:cNvSpPr>
            <a:spLocks noGrp="1"/>
          </p:cNvSpPr>
          <p:nvPr>
            <p:ph type="ftr" sz="quarter" idx="11"/>
          </p:nvPr>
        </p:nvSpPr>
        <p:spPr/>
        <p:txBody>
          <a:bodyPr/>
          <a:lstStyle/>
          <a:p>
            <a:pPr>
              <a:defRPr/>
            </a:pPr>
            <a:r>
              <a:rPr lang="en-US"/>
              <a:t>Information Technology Project Management, Seventh Edition</a:t>
            </a:r>
            <a:endParaRPr lang="en-US" dirty="0"/>
          </a:p>
        </p:txBody>
      </p:sp>
      <p:sp>
        <p:nvSpPr>
          <p:cNvPr id="6" name="Slide Number Placeholder 5"/>
          <p:cNvSpPr>
            <a:spLocks noGrp="1"/>
          </p:cNvSpPr>
          <p:nvPr>
            <p:ph type="sldNum" sz="quarter" idx="12"/>
          </p:nvPr>
        </p:nvSpPr>
        <p:spPr/>
        <p:txBody>
          <a:bodyPr/>
          <a:lstStyle/>
          <a:p>
            <a:pPr>
              <a:defRPr/>
            </a:pPr>
            <a:fld id="{CAB078C3-AD74-4C69-8529-ABFACC42093C}" type="slidenum">
              <a:rPr lang="en-US" smtClean="0"/>
              <a:pPr>
                <a:defRPr/>
              </a:pPr>
              <a:t>24</a:t>
            </a:fld>
            <a:endParaRPr lang="en-US" dirty="0"/>
          </a:p>
        </p:txBody>
      </p:sp>
      <p:sp>
        <p:nvSpPr>
          <p:cNvPr id="32770" name="Rectangle 2"/>
          <p:cNvSpPr>
            <a:spLocks noGrp="1" noChangeArrowheads="1"/>
          </p:cNvSpPr>
          <p:nvPr>
            <p:ph type="title"/>
          </p:nvPr>
        </p:nvSpPr>
        <p:spPr>
          <a:xfrm>
            <a:off x="457200" y="0"/>
            <a:ext cx="8229600" cy="1143000"/>
          </a:xfrm>
        </p:spPr>
        <p:txBody>
          <a:bodyPr>
            <a:normAutofit fontScale="90000"/>
          </a:bodyPr>
          <a:lstStyle/>
          <a:p>
            <a:r>
              <a:rPr lang="en-US" sz="3600" dirty="0"/>
              <a:t>Figure 4-7. Sample Weighted Scoring Model for Project Selection</a:t>
            </a:r>
            <a:endParaRPr lang="en-US" sz="6000" dirty="0"/>
          </a:p>
        </p:txBody>
      </p:sp>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362200" y="1045243"/>
            <a:ext cx="5638800" cy="5512440"/>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7" name="Rectangle 3"/>
          <p:cNvSpPr>
            <a:spLocks noGrp="1" noChangeArrowheads="1"/>
          </p:cNvSpPr>
          <p:nvPr>
            <p:ph idx="1"/>
          </p:nvPr>
        </p:nvSpPr>
        <p:spPr>
          <a:xfrm>
            <a:off x="304800" y="1447800"/>
            <a:ext cx="8458200" cy="4572000"/>
          </a:xfrm>
        </p:spPr>
        <p:txBody>
          <a:bodyPr/>
          <a:lstStyle/>
          <a:p>
            <a:pPr>
              <a:lnSpc>
                <a:spcPct val="90000"/>
              </a:lnSpc>
            </a:pPr>
            <a:r>
              <a:rPr lang="en-US" dirty="0"/>
              <a:t>Drs. Robert Kaplan and David Norton developed this approach to help select and manage projects that align with business strategy</a:t>
            </a:r>
          </a:p>
          <a:p>
            <a:pPr>
              <a:lnSpc>
                <a:spcPct val="90000"/>
              </a:lnSpc>
            </a:pPr>
            <a:r>
              <a:rPr lang="en-US" dirty="0"/>
              <a:t>A </a:t>
            </a:r>
            <a:r>
              <a:rPr lang="en-US" b="1" dirty="0"/>
              <a:t>balanced scorecard</a:t>
            </a:r>
          </a:p>
          <a:p>
            <a:pPr lvl="1">
              <a:lnSpc>
                <a:spcPct val="90000"/>
              </a:lnSpc>
            </a:pPr>
            <a:r>
              <a:rPr lang="en-US" dirty="0"/>
              <a:t>is a methodology that converts an organization’s value drivers, such as customer service, innovation, operational efficiency, and financial performance, to a series of defined metrics</a:t>
            </a:r>
          </a:p>
          <a:p>
            <a:pPr>
              <a:lnSpc>
                <a:spcPct val="90000"/>
              </a:lnSpc>
            </a:pPr>
            <a:r>
              <a:rPr lang="en-US" dirty="0"/>
              <a:t>See www.balancedscorecard.org for more information</a:t>
            </a:r>
          </a:p>
        </p:txBody>
      </p:sp>
      <p:sp>
        <p:nvSpPr>
          <p:cNvPr id="33794" name="Footer Placeholder 3"/>
          <p:cNvSpPr>
            <a:spLocks noGrp="1"/>
          </p:cNvSpPr>
          <p:nvPr>
            <p:ph type="ftr" sz="quarter" idx="11"/>
          </p:nvPr>
        </p:nvSpPr>
        <p:spPr bwMode="auto">
          <a:noFill/>
          <a:ln>
            <a:miter lim="800000"/>
            <a:headEnd/>
            <a:tailEnd/>
          </a:ln>
        </p:spPr>
        <p:txBody>
          <a:bodyPr/>
          <a:lstStyle/>
          <a:p>
            <a:r>
              <a:rPr lang="en-US"/>
              <a:t>Information Technology Project Management, Seventh Edition</a:t>
            </a:r>
            <a:endParaRPr lang="en-US" dirty="0"/>
          </a:p>
        </p:txBody>
      </p:sp>
      <p:sp>
        <p:nvSpPr>
          <p:cNvPr id="5" name="Slide Number Placeholder 4"/>
          <p:cNvSpPr>
            <a:spLocks noGrp="1"/>
          </p:cNvSpPr>
          <p:nvPr>
            <p:ph type="sldNum" sz="quarter" idx="12"/>
          </p:nvPr>
        </p:nvSpPr>
        <p:spPr/>
        <p:txBody>
          <a:bodyPr/>
          <a:lstStyle/>
          <a:p>
            <a:pPr>
              <a:defRPr/>
            </a:pPr>
            <a:fld id="{5477F33D-FF34-45ED-8C63-A1AF432AC4C0}" type="slidenum">
              <a:rPr lang="en-US"/>
              <a:pPr>
                <a:defRPr/>
              </a:pPr>
              <a:t>25</a:t>
            </a:fld>
            <a:endParaRPr lang="en-US" dirty="0"/>
          </a:p>
        </p:txBody>
      </p:sp>
      <p:sp>
        <p:nvSpPr>
          <p:cNvPr id="33796" name="Rectangle 2"/>
          <p:cNvSpPr>
            <a:spLocks noGrp="1" noChangeArrowheads="1"/>
          </p:cNvSpPr>
          <p:nvPr>
            <p:ph type="title"/>
          </p:nvPr>
        </p:nvSpPr>
        <p:spPr>
          <a:xfrm>
            <a:off x="457200" y="274638"/>
            <a:ext cx="8534400" cy="1143000"/>
          </a:xfrm>
        </p:spPr>
        <p:txBody>
          <a:bodyPr>
            <a:normAutofit fontScale="90000"/>
          </a:bodyPr>
          <a:lstStyle/>
          <a:p>
            <a:r>
              <a:rPr lang="en-US" dirty="0"/>
              <a:t>Implementing a Balanced Scorecard</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4034" name="内容占位符 5"/>
          <p:cNvPicPr>
            <a:picLocks noGrp="1" noChangeAspect="1"/>
          </p:cNvPicPr>
          <p:nvPr>
            <p:ph idx="1"/>
          </p:nvPr>
        </p:nvPicPr>
        <p:blipFill>
          <a:blip r:embed="rId2">
            <a:extLst>
              <a:ext uri="{28A0092B-C50C-407E-A947-70E740481C1C}">
                <a14:useLocalDpi xmlns:a14="http://schemas.microsoft.com/office/drawing/2010/main" val="0"/>
              </a:ext>
            </a:extLst>
          </a:blip>
          <a:srcRect/>
          <a:stretch>
            <a:fillRect/>
          </a:stretch>
        </p:blipFill>
        <p:spPr>
          <a:xfrm>
            <a:off x="3810000" y="990600"/>
            <a:ext cx="5410200" cy="4724400"/>
          </a:xfrm>
        </p:spPr>
      </p:pic>
      <p:sp>
        <p:nvSpPr>
          <p:cNvPr id="3" name="标题 2"/>
          <p:cNvSpPr>
            <a:spLocks noGrp="1"/>
          </p:cNvSpPr>
          <p:nvPr>
            <p:ph type="title"/>
          </p:nvPr>
        </p:nvSpPr>
        <p:spPr>
          <a:xfrm>
            <a:off x="457200" y="274638"/>
            <a:ext cx="3733800" cy="5897562"/>
          </a:xfrm>
        </p:spPr>
        <p:txBody>
          <a:bodyPr>
            <a:noAutofit/>
          </a:bodyPr>
          <a:lstStyle/>
          <a:p>
            <a:pPr>
              <a:defRPr/>
            </a:pPr>
            <a:r>
              <a:rPr lang="zh-CN" altLang="en-US" sz="1800" dirty="0"/>
              <a:t>通过四项指标的衡量，企业一方面保留传统上衡量过去绩效的财务指标，并且兼顾了促成财务目标的绩效因素之衡量；在支持组织追求业绩之余，也监督组织的行为应兼顾学习与成长的面向，并且透过一连串的互动因果关系，组织得以把产出（</a:t>
            </a:r>
            <a:r>
              <a:rPr lang="en-US" altLang="zh-CN" sz="1800" dirty="0"/>
              <a:t>Outcome</a:t>
            </a:r>
            <a:r>
              <a:rPr lang="zh-CN" altLang="en-US" sz="1800" dirty="0"/>
              <a:t>）和绩效驱动因素（</a:t>
            </a:r>
            <a:r>
              <a:rPr lang="en-US" altLang="zh-CN" sz="1800" dirty="0"/>
              <a:t>Performance Driver</a:t>
            </a:r>
            <a:r>
              <a:rPr lang="zh-CN" altLang="en-US" sz="1800" dirty="0"/>
              <a:t>）串联起来，以衡量指标与其量度做为语言，把组织的使命和策略转变为一套前后连贯的系统绩效评核量度，把复杂而笼统的概念转化为精确的目标，藉以寻求财务与非财务的衡量之间、短期与长期的目标之间、落后的与领先的指标之间，以及外部与内部绩效之间的平衡。</a:t>
            </a:r>
          </a:p>
        </p:txBody>
      </p:sp>
      <p:sp>
        <p:nvSpPr>
          <p:cNvPr id="44036" name="页脚占位符 3"/>
          <p:cNvSpPr>
            <a:spLocks noGrp="1"/>
          </p:cNvSpPr>
          <p:nvPr>
            <p:ph type="ftr" sz="quarter" idx="4294967295"/>
          </p:nvPr>
        </p:nvSpPr>
        <p:spPr bwMode="auto">
          <a:xfrm>
            <a:off x="0" y="6492875"/>
            <a:ext cx="2351088" cy="3651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a:defRPr sz="2200">
                <a:solidFill>
                  <a:schemeClr val="tx1"/>
                </a:solidFill>
                <a:latin typeface="Arial" panose="020B0604020202020204" pitchFamily="34" charset="0"/>
              </a:defRPr>
            </a:lvl1pPr>
            <a:lvl2pPr marL="742950" indent="-285750">
              <a:defRPr sz="2200">
                <a:solidFill>
                  <a:schemeClr val="tx1"/>
                </a:solidFill>
                <a:latin typeface="Arial" panose="020B0604020202020204" pitchFamily="34" charset="0"/>
              </a:defRPr>
            </a:lvl2pPr>
            <a:lvl3pPr marL="1143000" indent="-228600">
              <a:defRPr sz="2200">
                <a:solidFill>
                  <a:schemeClr val="tx1"/>
                </a:solidFill>
                <a:latin typeface="Arial" panose="020B0604020202020204" pitchFamily="34" charset="0"/>
              </a:defRPr>
            </a:lvl3pPr>
            <a:lvl4pPr marL="1600200" indent="-228600">
              <a:defRPr sz="2200">
                <a:solidFill>
                  <a:schemeClr val="tx1"/>
                </a:solidFill>
                <a:latin typeface="Arial" panose="020B0604020202020204" pitchFamily="34" charset="0"/>
              </a:defRPr>
            </a:lvl4pPr>
            <a:lvl5pPr marL="2057400" indent="-228600">
              <a:defRPr sz="2200">
                <a:solidFill>
                  <a:schemeClr val="tx1"/>
                </a:solidFill>
                <a:latin typeface="Arial" panose="020B0604020202020204" pitchFamily="34" charset="0"/>
              </a:defRPr>
            </a:lvl5pPr>
            <a:lvl6pPr marL="2514600" indent="-228600" eaLnBrk="0" fontAlgn="base" hangingPunct="0">
              <a:spcBef>
                <a:spcPct val="0"/>
              </a:spcBef>
              <a:spcAft>
                <a:spcPct val="0"/>
              </a:spcAft>
              <a:defRPr sz="2200">
                <a:solidFill>
                  <a:schemeClr val="tx1"/>
                </a:solidFill>
                <a:latin typeface="Arial" panose="020B0604020202020204" pitchFamily="34" charset="0"/>
              </a:defRPr>
            </a:lvl6pPr>
            <a:lvl7pPr marL="2971800" indent="-228600" eaLnBrk="0" fontAlgn="base" hangingPunct="0">
              <a:spcBef>
                <a:spcPct val="0"/>
              </a:spcBef>
              <a:spcAft>
                <a:spcPct val="0"/>
              </a:spcAft>
              <a:defRPr sz="2200">
                <a:solidFill>
                  <a:schemeClr val="tx1"/>
                </a:solidFill>
                <a:latin typeface="Arial" panose="020B0604020202020204" pitchFamily="34" charset="0"/>
              </a:defRPr>
            </a:lvl7pPr>
            <a:lvl8pPr marL="3429000" indent="-228600" eaLnBrk="0" fontAlgn="base" hangingPunct="0">
              <a:spcBef>
                <a:spcPct val="0"/>
              </a:spcBef>
              <a:spcAft>
                <a:spcPct val="0"/>
              </a:spcAft>
              <a:defRPr sz="2200">
                <a:solidFill>
                  <a:schemeClr val="tx1"/>
                </a:solidFill>
                <a:latin typeface="Arial" panose="020B0604020202020204" pitchFamily="34" charset="0"/>
              </a:defRPr>
            </a:lvl8pPr>
            <a:lvl9pPr marL="3886200" indent="-228600" eaLnBrk="0" fontAlgn="base" hangingPunct="0">
              <a:spcBef>
                <a:spcPct val="0"/>
              </a:spcBef>
              <a:spcAft>
                <a:spcPct val="0"/>
              </a:spcAft>
              <a:defRPr sz="2200">
                <a:solidFill>
                  <a:schemeClr val="tx1"/>
                </a:solidFill>
                <a:latin typeface="Arial" panose="020B0604020202020204" pitchFamily="34" charset="0"/>
              </a:defRPr>
            </a:lvl9pPr>
          </a:lstStyle>
          <a:p>
            <a:r>
              <a:rPr lang="en-US" altLang="zh-CN" sz="1200">
                <a:ea typeface="宋体" panose="02010600030101010101" pitchFamily="2" charset="-122"/>
              </a:rPr>
              <a:t>Information Technology Project Management, Sixth Edition</a:t>
            </a:r>
          </a:p>
        </p:txBody>
      </p:sp>
      <p:sp>
        <p:nvSpPr>
          <p:cNvPr id="44037" name="灯片编号占位符 4"/>
          <p:cNvSpPr>
            <a:spLocks noGrp="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200">
                <a:solidFill>
                  <a:schemeClr val="tx1"/>
                </a:solidFill>
                <a:latin typeface="Arial" panose="020B0604020202020204" pitchFamily="34" charset="0"/>
              </a:defRPr>
            </a:lvl1pPr>
            <a:lvl2pPr marL="742950" indent="-285750">
              <a:defRPr sz="2200">
                <a:solidFill>
                  <a:schemeClr val="tx1"/>
                </a:solidFill>
                <a:latin typeface="Arial" panose="020B0604020202020204" pitchFamily="34" charset="0"/>
              </a:defRPr>
            </a:lvl2pPr>
            <a:lvl3pPr marL="1143000" indent="-228600">
              <a:defRPr sz="2200">
                <a:solidFill>
                  <a:schemeClr val="tx1"/>
                </a:solidFill>
                <a:latin typeface="Arial" panose="020B0604020202020204" pitchFamily="34" charset="0"/>
              </a:defRPr>
            </a:lvl3pPr>
            <a:lvl4pPr marL="1600200" indent="-228600">
              <a:defRPr sz="2200">
                <a:solidFill>
                  <a:schemeClr val="tx1"/>
                </a:solidFill>
                <a:latin typeface="Arial" panose="020B0604020202020204" pitchFamily="34" charset="0"/>
              </a:defRPr>
            </a:lvl4pPr>
            <a:lvl5pPr marL="2057400" indent="-228600">
              <a:defRPr sz="2200">
                <a:solidFill>
                  <a:schemeClr val="tx1"/>
                </a:solidFill>
                <a:latin typeface="Arial" panose="020B0604020202020204" pitchFamily="34" charset="0"/>
              </a:defRPr>
            </a:lvl5pPr>
            <a:lvl6pPr marL="2514600" indent="-228600" eaLnBrk="0" fontAlgn="base" hangingPunct="0">
              <a:spcBef>
                <a:spcPct val="0"/>
              </a:spcBef>
              <a:spcAft>
                <a:spcPct val="0"/>
              </a:spcAft>
              <a:defRPr sz="2200">
                <a:solidFill>
                  <a:schemeClr val="tx1"/>
                </a:solidFill>
                <a:latin typeface="Arial" panose="020B0604020202020204" pitchFamily="34" charset="0"/>
              </a:defRPr>
            </a:lvl6pPr>
            <a:lvl7pPr marL="2971800" indent="-228600" eaLnBrk="0" fontAlgn="base" hangingPunct="0">
              <a:spcBef>
                <a:spcPct val="0"/>
              </a:spcBef>
              <a:spcAft>
                <a:spcPct val="0"/>
              </a:spcAft>
              <a:defRPr sz="2200">
                <a:solidFill>
                  <a:schemeClr val="tx1"/>
                </a:solidFill>
                <a:latin typeface="Arial" panose="020B0604020202020204" pitchFamily="34" charset="0"/>
              </a:defRPr>
            </a:lvl7pPr>
            <a:lvl8pPr marL="3429000" indent="-228600" eaLnBrk="0" fontAlgn="base" hangingPunct="0">
              <a:spcBef>
                <a:spcPct val="0"/>
              </a:spcBef>
              <a:spcAft>
                <a:spcPct val="0"/>
              </a:spcAft>
              <a:defRPr sz="2200">
                <a:solidFill>
                  <a:schemeClr val="tx1"/>
                </a:solidFill>
                <a:latin typeface="Arial" panose="020B0604020202020204" pitchFamily="34" charset="0"/>
              </a:defRPr>
            </a:lvl8pPr>
            <a:lvl9pPr marL="3886200" indent="-228600" eaLnBrk="0" fontAlgn="base" hangingPunct="0">
              <a:spcBef>
                <a:spcPct val="0"/>
              </a:spcBef>
              <a:spcAft>
                <a:spcPct val="0"/>
              </a:spcAft>
              <a:defRPr sz="2200">
                <a:solidFill>
                  <a:schemeClr val="tx1"/>
                </a:solidFill>
                <a:latin typeface="Arial" panose="020B0604020202020204" pitchFamily="34" charset="0"/>
              </a:defRPr>
            </a:lvl9pPr>
          </a:lstStyle>
          <a:p>
            <a:fld id="{48628D48-08D4-455C-BA83-39B36749713D}" type="slidenum">
              <a:rPr lang="en-US" altLang="zh-CN" sz="1200" smtClean="0"/>
              <a:pPr/>
              <a:t>26</a:t>
            </a:fld>
            <a:endParaRPr lang="en-US" altLang="zh-CN" sz="1200"/>
          </a:p>
        </p:txBody>
      </p:sp>
    </p:spTree>
    <p:extLst>
      <p:ext uri="{BB962C8B-B14F-4D97-AF65-F5344CB8AC3E}">
        <p14:creationId xmlns:p14="http://schemas.microsoft.com/office/powerpoint/2010/main" val="60936992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Footer Placeholder 3"/>
          <p:cNvSpPr>
            <a:spLocks noGrp="1"/>
          </p:cNvSpPr>
          <p:nvPr>
            <p:ph type="ftr" sz="quarter" idx="11"/>
          </p:nvPr>
        </p:nvSpPr>
        <p:spPr bwMode="auto">
          <a:noFill/>
          <a:ln>
            <a:miter lim="800000"/>
            <a:headEnd/>
            <a:tailEnd/>
          </a:ln>
        </p:spPr>
        <p:txBody>
          <a:bodyPr/>
          <a:lstStyle/>
          <a:p>
            <a:r>
              <a:rPr lang="en-US"/>
              <a:t>Information Technology Project Management, Seventh Edition</a:t>
            </a:r>
            <a:endParaRPr lang="en-US" dirty="0"/>
          </a:p>
        </p:txBody>
      </p:sp>
      <p:sp>
        <p:nvSpPr>
          <p:cNvPr id="5" name="Slide Number Placeholder 4"/>
          <p:cNvSpPr>
            <a:spLocks noGrp="1"/>
          </p:cNvSpPr>
          <p:nvPr>
            <p:ph type="sldNum" sz="quarter" idx="12"/>
          </p:nvPr>
        </p:nvSpPr>
        <p:spPr/>
        <p:txBody>
          <a:bodyPr/>
          <a:lstStyle/>
          <a:p>
            <a:pPr>
              <a:defRPr/>
            </a:pPr>
            <a:fld id="{6BA54826-A843-49EC-BCCC-3D96B89DA1C3}" type="slidenum">
              <a:rPr lang="en-US" smtClean="0"/>
              <a:pPr>
                <a:defRPr/>
              </a:pPr>
              <a:t>27</a:t>
            </a:fld>
            <a:endParaRPr lang="en-US" dirty="0"/>
          </a:p>
        </p:txBody>
      </p:sp>
      <p:sp>
        <p:nvSpPr>
          <p:cNvPr id="34818" name="Title 1"/>
          <p:cNvSpPr>
            <a:spLocks noGrp="1"/>
          </p:cNvSpPr>
          <p:nvPr>
            <p:ph type="title"/>
          </p:nvPr>
        </p:nvSpPr>
        <p:spPr/>
        <p:txBody>
          <a:bodyPr>
            <a:normAutofit fontScale="90000"/>
          </a:bodyPr>
          <a:lstStyle/>
          <a:p>
            <a:r>
              <a:rPr lang="en-US" dirty="0"/>
              <a:t>Figure 4-8. Balanced Scorecard Example</a:t>
            </a:r>
          </a:p>
        </p:txBody>
      </p:sp>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17122" y="1364975"/>
            <a:ext cx="6233414" cy="5035825"/>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a:t>A project statement of work</a:t>
            </a:r>
          </a:p>
          <a:p>
            <a:r>
              <a:rPr lang="en-US" dirty="0"/>
              <a:t>A business case</a:t>
            </a:r>
          </a:p>
          <a:p>
            <a:r>
              <a:rPr lang="en-US" dirty="0"/>
              <a:t>Agreements</a:t>
            </a:r>
          </a:p>
          <a:p>
            <a:r>
              <a:rPr lang="en-US" dirty="0"/>
              <a:t>Enterprise environmental factors</a:t>
            </a:r>
          </a:p>
          <a:p>
            <a:r>
              <a:rPr lang="en-US" b="1" dirty="0"/>
              <a:t>Organizational process assets</a:t>
            </a:r>
            <a:r>
              <a:rPr lang="en-US" dirty="0"/>
              <a:t>, which include formal and informal plans, policies, procedures, guidelines, information systems, financial systems, management systems, lessons learned, and historical information</a:t>
            </a:r>
          </a:p>
          <a:p>
            <a:endParaRPr lang="en-US" dirty="0"/>
          </a:p>
        </p:txBody>
      </p:sp>
      <p:sp>
        <p:nvSpPr>
          <p:cNvPr id="3" name="Footer Placeholder 2"/>
          <p:cNvSpPr>
            <a:spLocks noGrp="1"/>
          </p:cNvSpPr>
          <p:nvPr>
            <p:ph type="ftr" sz="quarter" idx="11"/>
          </p:nvPr>
        </p:nvSpPr>
        <p:spPr/>
        <p:txBody>
          <a:bodyPr/>
          <a:lstStyle/>
          <a:p>
            <a:pPr>
              <a:defRPr/>
            </a:pPr>
            <a:r>
              <a:rPr lang="en-US"/>
              <a:t>Information Technology Project Management, Seventh Edition</a:t>
            </a:r>
            <a:endParaRPr lang="en-US" dirty="0"/>
          </a:p>
        </p:txBody>
      </p:sp>
      <p:sp>
        <p:nvSpPr>
          <p:cNvPr id="4" name="Slide Number Placeholder 3"/>
          <p:cNvSpPr>
            <a:spLocks noGrp="1"/>
          </p:cNvSpPr>
          <p:nvPr>
            <p:ph type="sldNum" sz="quarter" idx="12"/>
          </p:nvPr>
        </p:nvSpPr>
        <p:spPr/>
        <p:txBody>
          <a:bodyPr/>
          <a:lstStyle/>
          <a:p>
            <a:pPr>
              <a:defRPr/>
            </a:pPr>
            <a:fld id="{1953F6A9-037C-4679-A974-5A2F60203CED}" type="slidenum">
              <a:rPr lang="en-US" smtClean="0"/>
              <a:pPr>
                <a:defRPr/>
              </a:pPr>
              <a:t>28</a:t>
            </a:fld>
            <a:endParaRPr lang="en-US" dirty="0"/>
          </a:p>
        </p:txBody>
      </p:sp>
      <p:sp>
        <p:nvSpPr>
          <p:cNvPr id="5" name="Title 4"/>
          <p:cNvSpPr>
            <a:spLocks noGrp="1"/>
          </p:cNvSpPr>
          <p:nvPr>
            <p:ph type="title"/>
          </p:nvPr>
        </p:nvSpPr>
        <p:spPr/>
        <p:txBody>
          <a:bodyPr>
            <a:normAutofit fontScale="90000"/>
          </a:bodyPr>
          <a:lstStyle/>
          <a:p>
            <a:r>
              <a:rPr lang="en-US" dirty="0"/>
              <a:t>Inputs for Developing a Project Charter</a:t>
            </a:r>
          </a:p>
        </p:txBody>
      </p:sp>
    </p:spTree>
    <p:extLst>
      <p:ext uri="{BB962C8B-B14F-4D97-AF65-F5344CB8AC3E}">
        <p14:creationId xmlns:p14="http://schemas.microsoft.com/office/powerpoint/2010/main" val="205248686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p:txBody>
          <a:bodyPr/>
          <a:lstStyle/>
          <a:p>
            <a:pPr>
              <a:defRPr/>
            </a:pPr>
            <a:r>
              <a:rPr lang="en-US"/>
              <a:t>Information Technology Project Management, Seventh Edition</a:t>
            </a:r>
            <a:endParaRPr lang="en-US" dirty="0"/>
          </a:p>
        </p:txBody>
      </p:sp>
      <p:sp>
        <p:nvSpPr>
          <p:cNvPr id="4" name="Slide Number Placeholder 3"/>
          <p:cNvSpPr>
            <a:spLocks noGrp="1"/>
          </p:cNvSpPr>
          <p:nvPr>
            <p:ph type="sldNum" sz="quarter" idx="12"/>
          </p:nvPr>
        </p:nvSpPr>
        <p:spPr/>
        <p:txBody>
          <a:bodyPr/>
          <a:lstStyle/>
          <a:p>
            <a:pPr>
              <a:defRPr/>
            </a:pPr>
            <a:fld id="{1953F6A9-037C-4679-A974-5A2F60203CED}" type="slidenum">
              <a:rPr lang="en-US" smtClean="0"/>
              <a:pPr>
                <a:defRPr/>
              </a:pPr>
              <a:t>29</a:t>
            </a:fld>
            <a:endParaRPr lang="en-US" dirty="0"/>
          </a:p>
        </p:txBody>
      </p:sp>
      <p:sp>
        <p:nvSpPr>
          <p:cNvPr id="5" name="Title 4"/>
          <p:cNvSpPr>
            <a:spLocks noGrp="1"/>
          </p:cNvSpPr>
          <p:nvPr>
            <p:ph type="title"/>
          </p:nvPr>
        </p:nvSpPr>
        <p:spPr>
          <a:xfrm>
            <a:off x="152400" y="274638"/>
            <a:ext cx="8763000" cy="1143000"/>
          </a:xfrm>
        </p:spPr>
        <p:txBody>
          <a:bodyPr>
            <a:normAutofit fontScale="90000"/>
          </a:bodyPr>
          <a:lstStyle/>
          <a:p>
            <a:r>
              <a:rPr lang="en-US" sz="3600" dirty="0"/>
              <a:t>Table 4-1. Project Charter for the DNA-Sequencing Instrument Completion Project</a:t>
            </a:r>
            <a:br>
              <a:rPr lang="en-US" dirty="0"/>
            </a:br>
            <a:endParaRPr lang="en-US" dirty="0"/>
          </a:p>
        </p:txBody>
      </p:sp>
      <p:pic>
        <p:nvPicPr>
          <p:cNvPr id="88066" name="Picture 2"/>
          <p:cNvPicPr>
            <a:picLocks noChangeAspect="1" noChangeArrowheads="1"/>
          </p:cNvPicPr>
          <p:nvPr/>
        </p:nvPicPr>
        <p:blipFill>
          <a:blip r:embed="rId2"/>
          <a:srcRect/>
          <a:stretch>
            <a:fillRect/>
          </a:stretch>
        </p:blipFill>
        <p:spPr bwMode="auto">
          <a:xfrm>
            <a:off x="533400" y="1143000"/>
            <a:ext cx="7620000" cy="2590800"/>
          </a:xfrm>
          <a:prstGeom prst="rect">
            <a:avLst/>
          </a:prstGeom>
          <a:noFill/>
          <a:ln w="9525">
            <a:noFill/>
            <a:miter lim="800000"/>
            <a:headEnd/>
            <a:tailEnd/>
          </a:ln>
          <a:effectLst/>
        </p:spPr>
      </p:pic>
      <p:pic>
        <p:nvPicPr>
          <p:cNvPr id="88067" name="Picture 3"/>
          <p:cNvPicPr>
            <a:picLocks noChangeAspect="1" noChangeArrowheads="1"/>
          </p:cNvPicPr>
          <p:nvPr/>
        </p:nvPicPr>
        <p:blipFill>
          <a:blip r:embed="rId3"/>
          <a:srcRect/>
          <a:stretch>
            <a:fillRect/>
          </a:stretch>
        </p:blipFill>
        <p:spPr bwMode="auto">
          <a:xfrm>
            <a:off x="457200" y="3733799"/>
            <a:ext cx="7696200" cy="2185341"/>
          </a:xfrm>
          <a:prstGeom prst="rect">
            <a:avLst/>
          </a:prstGeom>
          <a:noFill/>
          <a:ln w="9525">
            <a:noFill/>
            <a:miter lim="800000"/>
            <a:headEnd/>
            <a:tailEnd/>
          </a:ln>
          <a:effectLst/>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p:txBody>
          <a:bodyPr/>
          <a:lstStyle/>
          <a:p>
            <a:pPr>
              <a:defRPr/>
            </a:pPr>
            <a:r>
              <a:rPr lang="en-US"/>
              <a:t>Information Technology Project Management, Seventh Edition</a:t>
            </a:r>
            <a:endParaRPr lang="en-US" dirty="0"/>
          </a:p>
        </p:txBody>
      </p:sp>
      <p:sp>
        <p:nvSpPr>
          <p:cNvPr id="4" name="Slide Number Placeholder 3"/>
          <p:cNvSpPr>
            <a:spLocks noGrp="1"/>
          </p:cNvSpPr>
          <p:nvPr>
            <p:ph type="sldNum" sz="quarter" idx="12"/>
          </p:nvPr>
        </p:nvSpPr>
        <p:spPr/>
        <p:txBody>
          <a:bodyPr/>
          <a:lstStyle/>
          <a:p>
            <a:pPr>
              <a:defRPr/>
            </a:pPr>
            <a:fld id="{1953F6A9-037C-4679-A974-5A2F60203CED}" type="slidenum">
              <a:rPr lang="en-US" smtClean="0"/>
              <a:pPr>
                <a:defRPr/>
              </a:pPr>
              <a:t>30</a:t>
            </a:fld>
            <a:endParaRPr lang="en-US" dirty="0"/>
          </a:p>
        </p:txBody>
      </p:sp>
      <p:sp>
        <p:nvSpPr>
          <p:cNvPr id="5" name="Title 4"/>
          <p:cNvSpPr>
            <a:spLocks noGrp="1"/>
          </p:cNvSpPr>
          <p:nvPr>
            <p:ph type="title"/>
          </p:nvPr>
        </p:nvSpPr>
        <p:spPr>
          <a:xfrm>
            <a:off x="457200" y="0"/>
            <a:ext cx="8229600" cy="563562"/>
          </a:xfrm>
        </p:spPr>
        <p:txBody>
          <a:bodyPr>
            <a:normAutofit fontScale="90000"/>
          </a:bodyPr>
          <a:lstStyle/>
          <a:p>
            <a:r>
              <a:rPr lang="en-US" sz="4400" dirty="0"/>
              <a:t>Table 4-1. Project Charter (cont.)</a:t>
            </a:r>
            <a:endParaRPr lang="en-US" dirty="0"/>
          </a:p>
        </p:txBody>
      </p:sp>
      <p:pic>
        <p:nvPicPr>
          <p:cNvPr id="89090" name="Picture 2"/>
          <p:cNvPicPr>
            <a:picLocks noChangeAspect="1" noChangeArrowheads="1"/>
          </p:cNvPicPr>
          <p:nvPr/>
        </p:nvPicPr>
        <p:blipFill>
          <a:blip r:embed="rId2"/>
          <a:srcRect/>
          <a:stretch>
            <a:fillRect/>
          </a:stretch>
        </p:blipFill>
        <p:spPr bwMode="auto">
          <a:xfrm>
            <a:off x="2438400" y="609601"/>
            <a:ext cx="5334000" cy="5917406"/>
          </a:xfrm>
          <a:prstGeom prst="rect">
            <a:avLst/>
          </a:prstGeom>
          <a:noFill/>
          <a:ln w="9525">
            <a:noFill/>
            <a:miter lim="800000"/>
            <a:headEnd/>
            <a:tailEnd/>
          </a:ln>
          <a:effectLst/>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7" name="Rectangle 3"/>
          <p:cNvSpPr>
            <a:spLocks noGrp="1" noChangeArrowheads="1"/>
          </p:cNvSpPr>
          <p:nvPr>
            <p:ph idx="1"/>
          </p:nvPr>
        </p:nvSpPr>
        <p:spPr>
          <a:xfrm>
            <a:off x="381000" y="1371600"/>
            <a:ext cx="8186738" cy="4791075"/>
          </a:xfrm>
        </p:spPr>
        <p:txBody>
          <a:bodyPr/>
          <a:lstStyle/>
          <a:p>
            <a:r>
              <a:rPr lang="en-US" dirty="0"/>
              <a:t>A </a:t>
            </a:r>
            <a:r>
              <a:rPr lang="en-US" b="1" dirty="0"/>
              <a:t>project management plan</a:t>
            </a:r>
            <a:r>
              <a:rPr lang="en-US" dirty="0"/>
              <a:t> is a document used to coordinate all project planning documents and help guide a project’s execution and control</a:t>
            </a:r>
          </a:p>
          <a:p>
            <a:r>
              <a:rPr lang="en-US" dirty="0"/>
              <a:t>Plans created in the other knowledge areas are subsidiary parts of the overall project management plan</a:t>
            </a:r>
            <a:endParaRPr lang="en-US" i="1" dirty="0"/>
          </a:p>
        </p:txBody>
      </p:sp>
      <p:sp>
        <p:nvSpPr>
          <p:cNvPr id="38914" name="Footer Placeholder 3"/>
          <p:cNvSpPr>
            <a:spLocks noGrp="1"/>
          </p:cNvSpPr>
          <p:nvPr>
            <p:ph type="ftr" sz="quarter" idx="11"/>
          </p:nvPr>
        </p:nvSpPr>
        <p:spPr bwMode="auto">
          <a:noFill/>
          <a:ln>
            <a:miter lim="800000"/>
            <a:headEnd/>
            <a:tailEnd/>
          </a:ln>
        </p:spPr>
        <p:txBody>
          <a:bodyPr/>
          <a:lstStyle/>
          <a:p>
            <a:r>
              <a:rPr lang="en-US"/>
              <a:t>Information Technology Project Management, Seventh Edition</a:t>
            </a:r>
            <a:endParaRPr lang="en-US" dirty="0"/>
          </a:p>
        </p:txBody>
      </p:sp>
      <p:sp>
        <p:nvSpPr>
          <p:cNvPr id="5" name="Slide Number Placeholder 4"/>
          <p:cNvSpPr>
            <a:spLocks noGrp="1"/>
          </p:cNvSpPr>
          <p:nvPr>
            <p:ph type="sldNum" sz="quarter" idx="12"/>
          </p:nvPr>
        </p:nvSpPr>
        <p:spPr/>
        <p:txBody>
          <a:bodyPr/>
          <a:lstStyle/>
          <a:p>
            <a:pPr>
              <a:defRPr/>
            </a:pPr>
            <a:fld id="{63DB4198-CCAC-43FA-8923-E4A089AD5897}" type="slidenum">
              <a:rPr lang="en-US"/>
              <a:pPr>
                <a:defRPr/>
              </a:pPr>
              <a:t>31</a:t>
            </a:fld>
            <a:endParaRPr lang="en-US" dirty="0"/>
          </a:p>
        </p:txBody>
      </p:sp>
      <p:sp>
        <p:nvSpPr>
          <p:cNvPr id="38916" name="Rectangle 2"/>
          <p:cNvSpPr>
            <a:spLocks noGrp="1" noChangeArrowheads="1"/>
          </p:cNvSpPr>
          <p:nvPr>
            <p:ph type="title"/>
          </p:nvPr>
        </p:nvSpPr>
        <p:spPr/>
        <p:txBody>
          <a:bodyPr>
            <a:normAutofit fontScale="90000"/>
          </a:bodyPr>
          <a:lstStyle/>
          <a:p>
            <a:r>
              <a:rPr lang="en-US" dirty="0"/>
              <a:t>Developing a Project Management Plan</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41" name="Rectangle 3"/>
          <p:cNvSpPr>
            <a:spLocks noGrp="1" noChangeArrowheads="1"/>
          </p:cNvSpPr>
          <p:nvPr>
            <p:ph idx="1"/>
          </p:nvPr>
        </p:nvSpPr>
        <p:spPr>
          <a:xfrm>
            <a:off x="533400" y="1524000"/>
            <a:ext cx="8186738" cy="4791075"/>
          </a:xfrm>
        </p:spPr>
        <p:txBody>
          <a:bodyPr/>
          <a:lstStyle/>
          <a:p>
            <a:r>
              <a:rPr lang="en-US" dirty="0"/>
              <a:t>Introduction or overview of the project</a:t>
            </a:r>
          </a:p>
          <a:p>
            <a:r>
              <a:rPr lang="en-US" dirty="0"/>
              <a:t>Description of how the project is organized</a:t>
            </a:r>
          </a:p>
          <a:p>
            <a:r>
              <a:rPr lang="en-US" dirty="0"/>
              <a:t>Management and technical processes used on the project</a:t>
            </a:r>
          </a:p>
          <a:p>
            <a:r>
              <a:rPr lang="en-US" dirty="0"/>
              <a:t>Work to be done, schedule, and budget information</a:t>
            </a:r>
          </a:p>
        </p:txBody>
      </p:sp>
      <p:sp>
        <p:nvSpPr>
          <p:cNvPr id="39938" name="Footer Placeholder 3"/>
          <p:cNvSpPr>
            <a:spLocks noGrp="1"/>
          </p:cNvSpPr>
          <p:nvPr>
            <p:ph type="ftr" sz="quarter" idx="11"/>
          </p:nvPr>
        </p:nvSpPr>
        <p:spPr bwMode="auto">
          <a:noFill/>
          <a:ln>
            <a:miter lim="800000"/>
            <a:headEnd/>
            <a:tailEnd/>
          </a:ln>
        </p:spPr>
        <p:txBody>
          <a:bodyPr/>
          <a:lstStyle/>
          <a:p>
            <a:r>
              <a:rPr lang="en-US"/>
              <a:t>Information Technology Project Management, Seventh Edition</a:t>
            </a:r>
            <a:endParaRPr lang="en-US" dirty="0"/>
          </a:p>
        </p:txBody>
      </p:sp>
      <p:sp>
        <p:nvSpPr>
          <p:cNvPr id="5" name="Slide Number Placeholder 4"/>
          <p:cNvSpPr>
            <a:spLocks noGrp="1"/>
          </p:cNvSpPr>
          <p:nvPr>
            <p:ph type="sldNum" sz="quarter" idx="12"/>
          </p:nvPr>
        </p:nvSpPr>
        <p:spPr/>
        <p:txBody>
          <a:bodyPr/>
          <a:lstStyle/>
          <a:p>
            <a:pPr>
              <a:defRPr/>
            </a:pPr>
            <a:fld id="{9DFA013D-BAF6-4C0C-9785-08FC13FA94EA}" type="slidenum">
              <a:rPr lang="en-US"/>
              <a:pPr>
                <a:defRPr/>
              </a:pPr>
              <a:t>32</a:t>
            </a:fld>
            <a:endParaRPr lang="en-US" dirty="0"/>
          </a:p>
        </p:txBody>
      </p:sp>
      <p:sp>
        <p:nvSpPr>
          <p:cNvPr id="39940" name="Rectangle 2"/>
          <p:cNvSpPr>
            <a:spLocks noGrp="1" noChangeArrowheads="1"/>
          </p:cNvSpPr>
          <p:nvPr>
            <p:ph type="title"/>
          </p:nvPr>
        </p:nvSpPr>
        <p:spPr>
          <a:xfrm>
            <a:off x="381000" y="152400"/>
            <a:ext cx="8763000" cy="1143000"/>
          </a:xfrm>
        </p:spPr>
        <p:txBody>
          <a:bodyPr>
            <a:normAutofit fontScale="90000"/>
          </a:bodyPr>
          <a:lstStyle/>
          <a:p>
            <a:r>
              <a:rPr lang="en-US" dirty="0"/>
              <a:t>Common Elements of a Project Management Plan</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Footer Placeholder 6"/>
          <p:cNvSpPr>
            <a:spLocks noGrp="1"/>
          </p:cNvSpPr>
          <p:nvPr>
            <p:ph type="ftr" sz="quarter" idx="11"/>
          </p:nvPr>
        </p:nvSpPr>
        <p:spPr/>
        <p:txBody>
          <a:bodyPr/>
          <a:lstStyle/>
          <a:p>
            <a:pPr>
              <a:defRPr/>
            </a:pPr>
            <a:r>
              <a:rPr lang="en-US"/>
              <a:t>Information Technology Project Management, Seventh Edition</a:t>
            </a:r>
            <a:endParaRPr lang="en-US" dirty="0"/>
          </a:p>
        </p:txBody>
      </p:sp>
      <p:sp>
        <p:nvSpPr>
          <p:cNvPr id="6" name="Slide Number Placeholder 5"/>
          <p:cNvSpPr>
            <a:spLocks noGrp="1"/>
          </p:cNvSpPr>
          <p:nvPr>
            <p:ph type="sldNum" sz="quarter" idx="12"/>
          </p:nvPr>
        </p:nvSpPr>
        <p:spPr/>
        <p:txBody>
          <a:bodyPr/>
          <a:lstStyle/>
          <a:p>
            <a:pPr>
              <a:defRPr/>
            </a:pPr>
            <a:fld id="{CAB078C3-AD74-4C69-8529-ABFACC42093C}" type="slidenum">
              <a:rPr lang="en-US" smtClean="0"/>
              <a:pPr>
                <a:defRPr/>
              </a:pPr>
              <a:t>33</a:t>
            </a:fld>
            <a:endParaRPr lang="en-US" dirty="0"/>
          </a:p>
        </p:txBody>
      </p:sp>
      <p:sp>
        <p:nvSpPr>
          <p:cNvPr id="40962" name="Rectangle 5"/>
          <p:cNvSpPr>
            <a:spLocks noGrp="1" noChangeArrowheads="1"/>
          </p:cNvSpPr>
          <p:nvPr>
            <p:ph type="title"/>
          </p:nvPr>
        </p:nvSpPr>
        <p:spPr/>
        <p:txBody>
          <a:bodyPr/>
          <a:lstStyle/>
          <a:p>
            <a:r>
              <a:rPr lang="en-US" sz="2800" dirty="0"/>
              <a:t>Table 4-2. Sample Contents for a Software Project Management Plan (SPMP)</a:t>
            </a:r>
          </a:p>
        </p:txBody>
      </p:sp>
      <p:pic>
        <p:nvPicPr>
          <p:cNvPr id="40965" name="Picture 7" descr="Tbl04-01.bmp"/>
          <p:cNvPicPr>
            <a:picLocks noChangeAspect="1"/>
          </p:cNvPicPr>
          <p:nvPr/>
        </p:nvPicPr>
        <p:blipFill>
          <a:blip r:embed="rId2"/>
          <a:srcRect t="5533"/>
          <a:stretch>
            <a:fillRect/>
          </a:stretch>
        </p:blipFill>
        <p:spPr bwMode="auto">
          <a:xfrm>
            <a:off x="533400" y="1447800"/>
            <a:ext cx="7854950" cy="4640263"/>
          </a:xfrm>
          <a:prstGeom prst="rect">
            <a:avLst/>
          </a:prstGeom>
          <a:noFill/>
          <a:ln w="9525">
            <a:noFill/>
            <a:miter lim="800000"/>
            <a:headEnd/>
            <a:tailEnd/>
          </a:ln>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81" name="Rectangle 3"/>
          <p:cNvSpPr>
            <a:spLocks noGrp="1" noChangeArrowheads="1"/>
          </p:cNvSpPr>
          <p:nvPr>
            <p:ph idx="1"/>
          </p:nvPr>
        </p:nvSpPr>
        <p:spPr>
          <a:xfrm>
            <a:off x="533400" y="1295400"/>
            <a:ext cx="8186738" cy="5029200"/>
          </a:xfrm>
        </p:spPr>
        <p:txBody>
          <a:bodyPr/>
          <a:lstStyle/>
          <a:p>
            <a:r>
              <a:rPr lang="en-US" dirty="0"/>
              <a:t>Changes are inevitable on most projects, so it’s important to develop and follow a process to monitor and control changes</a:t>
            </a:r>
          </a:p>
          <a:p>
            <a:r>
              <a:rPr lang="en-US" dirty="0"/>
              <a:t>Monitoring project work includes collecting, measuring, and disseminating performance information</a:t>
            </a:r>
          </a:p>
          <a:p>
            <a:r>
              <a:rPr lang="en-US" dirty="0"/>
              <a:t>A </a:t>
            </a:r>
            <a:r>
              <a:rPr lang="en-US" b="1" dirty="0"/>
              <a:t>baseline</a:t>
            </a:r>
            <a:r>
              <a:rPr lang="en-US" dirty="0"/>
              <a:t> is the approved project management plan plus approved changes</a:t>
            </a:r>
          </a:p>
        </p:txBody>
      </p:sp>
      <p:sp>
        <p:nvSpPr>
          <p:cNvPr id="50178" name="Footer Placeholder 3"/>
          <p:cNvSpPr>
            <a:spLocks noGrp="1"/>
          </p:cNvSpPr>
          <p:nvPr>
            <p:ph type="ftr" sz="quarter" idx="11"/>
          </p:nvPr>
        </p:nvSpPr>
        <p:spPr bwMode="auto">
          <a:noFill/>
          <a:ln>
            <a:miter lim="800000"/>
            <a:headEnd/>
            <a:tailEnd/>
          </a:ln>
        </p:spPr>
        <p:txBody>
          <a:bodyPr/>
          <a:lstStyle/>
          <a:p>
            <a:r>
              <a:rPr lang="en-US"/>
              <a:t>Information Technology Project Management, Seventh Edition</a:t>
            </a:r>
            <a:endParaRPr lang="en-US" dirty="0"/>
          </a:p>
        </p:txBody>
      </p:sp>
      <p:sp>
        <p:nvSpPr>
          <p:cNvPr id="5" name="Slide Number Placeholder 4"/>
          <p:cNvSpPr>
            <a:spLocks noGrp="1"/>
          </p:cNvSpPr>
          <p:nvPr>
            <p:ph type="sldNum" sz="quarter" idx="12"/>
          </p:nvPr>
        </p:nvSpPr>
        <p:spPr/>
        <p:txBody>
          <a:bodyPr/>
          <a:lstStyle/>
          <a:p>
            <a:pPr>
              <a:defRPr/>
            </a:pPr>
            <a:fld id="{F0500734-7A97-4DE9-BADB-70D27B29DC61}" type="slidenum">
              <a:rPr lang="en-US"/>
              <a:pPr>
                <a:defRPr/>
              </a:pPr>
              <a:t>34</a:t>
            </a:fld>
            <a:endParaRPr lang="en-US" dirty="0"/>
          </a:p>
        </p:txBody>
      </p:sp>
      <p:sp>
        <p:nvSpPr>
          <p:cNvPr id="50180" name="Rectangle 2"/>
          <p:cNvSpPr>
            <a:spLocks noGrp="1" noChangeArrowheads="1"/>
          </p:cNvSpPr>
          <p:nvPr>
            <p:ph type="title"/>
          </p:nvPr>
        </p:nvSpPr>
        <p:spPr/>
        <p:txBody>
          <a:bodyPr>
            <a:normAutofit fontScale="90000"/>
          </a:bodyPr>
          <a:lstStyle/>
          <a:p>
            <a:r>
              <a:rPr lang="en-US" dirty="0"/>
              <a:t>Monitoring and Controlling Project Work</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9" name="Rectangle 3"/>
          <p:cNvSpPr>
            <a:spLocks noGrp="1" noChangeArrowheads="1"/>
          </p:cNvSpPr>
          <p:nvPr>
            <p:ph idx="1"/>
          </p:nvPr>
        </p:nvSpPr>
        <p:spPr/>
        <p:txBody>
          <a:bodyPr>
            <a:normAutofit/>
          </a:bodyPr>
          <a:lstStyle/>
          <a:p>
            <a:pPr marL="609600" indent="-609600"/>
            <a:r>
              <a:rPr lang="en-US" sz="2800" dirty="0"/>
              <a:t>Three main objectives are:</a:t>
            </a:r>
          </a:p>
          <a:p>
            <a:pPr marL="990600" lvl="1" indent="-533400"/>
            <a:r>
              <a:rPr lang="en-US" sz="2400" dirty="0"/>
              <a:t>Influencing the factors that create changes to ensure that changes are beneficial</a:t>
            </a:r>
          </a:p>
          <a:p>
            <a:pPr marL="990600" lvl="1" indent="-533400"/>
            <a:r>
              <a:rPr lang="en-US" sz="2400" dirty="0"/>
              <a:t>Determining that a change has occurred</a:t>
            </a:r>
          </a:p>
          <a:p>
            <a:pPr marL="990600" lvl="1" indent="-533400"/>
            <a:r>
              <a:rPr lang="en-US" sz="2400" dirty="0"/>
              <a:t>Managing actual changes as they occur</a:t>
            </a:r>
          </a:p>
        </p:txBody>
      </p:sp>
      <p:sp>
        <p:nvSpPr>
          <p:cNvPr id="52226" name="Footer Placeholder 3"/>
          <p:cNvSpPr>
            <a:spLocks noGrp="1"/>
          </p:cNvSpPr>
          <p:nvPr>
            <p:ph type="ftr" sz="quarter" idx="11"/>
          </p:nvPr>
        </p:nvSpPr>
        <p:spPr bwMode="auto">
          <a:noFill/>
          <a:ln>
            <a:miter lim="800000"/>
            <a:headEnd/>
            <a:tailEnd/>
          </a:ln>
        </p:spPr>
        <p:txBody>
          <a:bodyPr/>
          <a:lstStyle/>
          <a:p>
            <a:r>
              <a:rPr lang="en-US"/>
              <a:t>Information Technology Project Management, Seventh Edition</a:t>
            </a:r>
            <a:endParaRPr lang="en-US" dirty="0"/>
          </a:p>
        </p:txBody>
      </p:sp>
      <p:sp>
        <p:nvSpPr>
          <p:cNvPr id="5" name="Slide Number Placeholder 4"/>
          <p:cNvSpPr>
            <a:spLocks noGrp="1"/>
          </p:cNvSpPr>
          <p:nvPr>
            <p:ph type="sldNum" sz="quarter" idx="12"/>
          </p:nvPr>
        </p:nvSpPr>
        <p:spPr/>
        <p:txBody>
          <a:bodyPr/>
          <a:lstStyle/>
          <a:p>
            <a:pPr>
              <a:defRPr/>
            </a:pPr>
            <a:fld id="{D6A99360-D0C3-4752-A276-D993F1CB9E68}" type="slidenum">
              <a:rPr lang="en-US"/>
              <a:pPr>
                <a:defRPr/>
              </a:pPr>
              <a:t>35</a:t>
            </a:fld>
            <a:endParaRPr lang="en-US" dirty="0"/>
          </a:p>
        </p:txBody>
      </p:sp>
      <p:sp>
        <p:nvSpPr>
          <p:cNvPr id="52228" name="Rectangle 2"/>
          <p:cNvSpPr>
            <a:spLocks noGrp="1" noChangeArrowheads="1"/>
          </p:cNvSpPr>
          <p:nvPr>
            <p:ph type="title"/>
          </p:nvPr>
        </p:nvSpPr>
        <p:spPr/>
        <p:txBody>
          <a:bodyPr>
            <a:normAutofit fontScale="90000"/>
          </a:bodyPr>
          <a:lstStyle/>
          <a:p>
            <a:r>
              <a:rPr lang="en-US" dirty="0"/>
              <a:t>Performing Integrated Change Control</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3" name="Rectangle 3"/>
          <p:cNvSpPr>
            <a:spLocks noGrp="1" noChangeArrowheads="1"/>
          </p:cNvSpPr>
          <p:nvPr>
            <p:ph idx="1"/>
          </p:nvPr>
        </p:nvSpPr>
        <p:spPr/>
        <p:txBody>
          <a:bodyPr/>
          <a:lstStyle/>
          <a:p>
            <a:r>
              <a:rPr lang="en-US" dirty="0"/>
              <a:t>Former view: The project team should strive to do exactly what was planned on time and within budget</a:t>
            </a:r>
          </a:p>
          <a:p>
            <a:r>
              <a:rPr lang="en-US" dirty="0"/>
              <a:t>Problem: Stakeholders rarely agreed up-front on the project scope, and time and cost estimates were inaccurate</a:t>
            </a:r>
          </a:p>
          <a:p>
            <a:r>
              <a:rPr lang="en-US" dirty="0"/>
              <a:t>Modern view: Project management is a process of constant communication and negotiation</a:t>
            </a:r>
          </a:p>
          <a:p>
            <a:r>
              <a:rPr lang="en-US" dirty="0"/>
              <a:t>Solution:  Changes are often beneficial, and the project team should plan for them</a:t>
            </a:r>
          </a:p>
        </p:txBody>
      </p:sp>
      <p:sp>
        <p:nvSpPr>
          <p:cNvPr id="53250" name="Footer Placeholder 3"/>
          <p:cNvSpPr>
            <a:spLocks noGrp="1"/>
          </p:cNvSpPr>
          <p:nvPr>
            <p:ph type="ftr" sz="quarter" idx="11"/>
          </p:nvPr>
        </p:nvSpPr>
        <p:spPr bwMode="auto">
          <a:noFill/>
          <a:ln>
            <a:miter lim="800000"/>
            <a:headEnd/>
            <a:tailEnd/>
          </a:ln>
        </p:spPr>
        <p:txBody>
          <a:bodyPr/>
          <a:lstStyle/>
          <a:p>
            <a:r>
              <a:rPr lang="en-US"/>
              <a:t>Information Technology Project Management, Seventh Edition</a:t>
            </a:r>
            <a:endParaRPr lang="en-US" dirty="0"/>
          </a:p>
        </p:txBody>
      </p:sp>
      <p:sp>
        <p:nvSpPr>
          <p:cNvPr id="5" name="Slide Number Placeholder 4"/>
          <p:cNvSpPr>
            <a:spLocks noGrp="1"/>
          </p:cNvSpPr>
          <p:nvPr>
            <p:ph type="sldNum" sz="quarter" idx="12"/>
          </p:nvPr>
        </p:nvSpPr>
        <p:spPr/>
        <p:txBody>
          <a:bodyPr/>
          <a:lstStyle/>
          <a:p>
            <a:pPr>
              <a:defRPr/>
            </a:pPr>
            <a:fld id="{7BF51A45-B78F-43E4-8C68-BC192A207CCB}" type="slidenum">
              <a:rPr lang="en-US"/>
              <a:pPr>
                <a:defRPr/>
              </a:pPr>
              <a:t>36</a:t>
            </a:fld>
            <a:endParaRPr lang="en-US" dirty="0"/>
          </a:p>
        </p:txBody>
      </p:sp>
      <p:sp>
        <p:nvSpPr>
          <p:cNvPr id="53252" name="Rectangle 2"/>
          <p:cNvSpPr>
            <a:spLocks noGrp="1" noChangeArrowheads="1"/>
          </p:cNvSpPr>
          <p:nvPr>
            <p:ph type="title"/>
          </p:nvPr>
        </p:nvSpPr>
        <p:spPr/>
        <p:txBody>
          <a:bodyPr>
            <a:normAutofit fontScale="90000"/>
          </a:bodyPr>
          <a:lstStyle/>
          <a:p>
            <a:r>
              <a:rPr lang="en-US" dirty="0"/>
              <a:t>Change Control on Information Technology Projects</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7" name="Rectangle 3"/>
          <p:cNvSpPr>
            <a:spLocks noGrp="1" noChangeArrowheads="1"/>
          </p:cNvSpPr>
          <p:nvPr>
            <p:ph idx="1"/>
          </p:nvPr>
        </p:nvSpPr>
        <p:spPr>
          <a:xfrm>
            <a:off x="457200" y="1481328"/>
            <a:ext cx="8458200" cy="4525963"/>
          </a:xfrm>
        </p:spPr>
        <p:txBody>
          <a:bodyPr/>
          <a:lstStyle/>
          <a:p>
            <a:r>
              <a:rPr lang="en-US" dirty="0"/>
              <a:t>A </a:t>
            </a:r>
            <a:r>
              <a:rPr lang="en-US" b="1" dirty="0"/>
              <a:t>change control system </a:t>
            </a:r>
            <a:r>
              <a:rPr lang="en-US" dirty="0"/>
              <a:t>is a formal, documented process that describes when and how official project documents and work may be changed</a:t>
            </a:r>
          </a:p>
          <a:p>
            <a:r>
              <a:rPr lang="en-US" dirty="0"/>
              <a:t>Describes who is authorized to make changes and how to make them</a:t>
            </a:r>
          </a:p>
        </p:txBody>
      </p:sp>
      <p:sp>
        <p:nvSpPr>
          <p:cNvPr id="54274" name="Footer Placeholder 3"/>
          <p:cNvSpPr>
            <a:spLocks noGrp="1"/>
          </p:cNvSpPr>
          <p:nvPr>
            <p:ph type="ftr" sz="quarter" idx="11"/>
          </p:nvPr>
        </p:nvSpPr>
        <p:spPr bwMode="auto">
          <a:noFill/>
          <a:ln>
            <a:miter lim="800000"/>
            <a:headEnd/>
            <a:tailEnd/>
          </a:ln>
        </p:spPr>
        <p:txBody>
          <a:bodyPr/>
          <a:lstStyle/>
          <a:p>
            <a:r>
              <a:rPr lang="en-US"/>
              <a:t>Information Technology Project Management, Seventh Edition</a:t>
            </a:r>
            <a:endParaRPr lang="en-US" dirty="0"/>
          </a:p>
        </p:txBody>
      </p:sp>
      <p:sp>
        <p:nvSpPr>
          <p:cNvPr id="5" name="Slide Number Placeholder 4"/>
          <p:cNvSpPr>
            <a:spLocks noGrp="1"/>
          </p:cNvSpPr>
          <p:nvPr>
            <p:ph type="sldNum" sz="quarter" idx="12"/>
          </p:nvPr>
        </p:nvSpPr>
        <p:spPr/>
        <p:txBody>
          <a:bodyPr/>
          <a:lstStyle/>
          <a:p>
            <a:pPr>
              <a:defRPr/>
            </a:pPr>
            <a:fld id="{20EB7EED-8A3B-4E44-8A3C-892AC7DB1E15}" type="slidenum">
              <a:rPr lang="en-US"/>
              <a:pPr>
                <a:defRPr/>
              </a:pPr>
              <a:t>37</a:t>
            </a:fld>
            <a:endParaRPr lang="en-US" dirty="0"/>
          </a:p>
        </p:txBody>
      </p:sp>
      <p:sp>
        <p:nvSpPr>
          <p:cNvPr id="54276" name="Rectangle 2"/>
          <p:cNvSpPr>
            <a:spLocks noGrp="1" noChangeArrowheads="1"/>
          </p:cNvSpPr>
          <p:nvPr>
            <p:ph type="title"/>
          </p:nvPr>
        </p:nvSpPr>
        <p:spPr/>
        <p:txBody>
          <a:bodyPr/>
          <a:lstStyle/>
          <a:p>
            <a:r>
              <a:rPr lang="en-US" dirty="0"/>
              <a:t>Change Control System</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301" name="Rectangle 3"/>
          <p:cNvSpPr>
            <a:spLocks noGrp="1" noChangeArrowheads="1"/>
          </p:cNvSpPr>
          <p:nvPr>
            <p:ph idx="1"/>
          </p:nvPr>
        </p:nvSpPr>
        <p:spPr/>
        <p:txBody>
          <a:bodyPr/>
          <a:lstStyle/>
          <a:p>
            <a:r>
              <a:rPr lang="en-US" dirty="0"/>
              <a:t>A </a:t>
            </a:r>
            <a:r>
              <a:rPr lang="en-US" b="1" dirty="0"/>
              <a:t>change control board </a:t>
            </a:r>
            <a:r>
              <a:rPr lang="en-US" dirty="0"/>
              <a:t>is a formal group of people responsible for approving or rejecting changes on a project</a:t>
            </a:r>
          </a:p>
          <a:p>
            <a:r>
              <a:rPr lang="en-US" dirty="0"/>
              <a:t>CCBs provide guidelines for preparing change requests, evaluate change requests, and manage the implementation of approved changes</a:t>
            </a:r>
          </a:p>
          <a:p>
            <a:r>
              <a:rPr lang="en-US" dirty="0"/>
              <a:t>Includes stakeholders from the entire organization</a:t>
            </a:r>
          </a:p>
        </p:txBody>
      </p:sp>
      <p:sp>
        <p:nvSpPr>
          <p:cNvPr id="55298" name="Footer Placeholder 3"/>
          <p:cNvSpPr>
            <a:spLocks noGrp="1"/>
          </p:cNvSpPr>
          <p:nvPr>
            <p:ph type="ftr" sz="quarter" idx="11"/>
          </p:nvPr>
        </p:nvSpPr>
        <p:spPr bwMode="auto">
          <a:noFill/>
          <a:ln>
            <a:miter lim="800000"/>
            <a:headEnd/>
            <a:tailEnd/>
          </a:ln>
        </p:spPr>
        <p:txBody>
          <a:bodyPr/>
          <a:lstStyle/>
          <a:p>
            <a:r>
              <a:rPr lang="en-US"/>
              <a:t>Information Technology Project Management, Seventh Edition</a:t>
            </a:r>
            <a:endParaRPr lang="en-US" dirty="0"/>
          </a:p>
        </p:txBody>
      </p:sp>
      <p:sp>
        <p:nvSpPr>
          <p:cNvPr id="5" name="Slide Number Placeholder 4"/>
          <p:cNvSpPr>
            <a:spLocks noGrp="1"/>
          </p:cNvSpPr>
          <p:nvPr>
            <p:ph type="sldNum" sz="quarter" idx="12"/>
          </p:nvPr>
        </p:nvSpPr>
        <p:spPr/>
        <p:txBody>
          <a:bodyPr/>
          <a:lstStyle/>
          <a:p>
            <a:pPr>
              <a:defRPr/>
            </a:pPr>
            <a:fld id="{63573DC6-EB44-4256-B5C3-90167C634BEE}" type="slidenum">
              <a:rPr lang="en-US"/>
              <a:pPr>
                <a:defRPr/>
              </a:pPr>
              <a:t>38</a:t>
            </a:fld>
            <a:endParaRPr lang="en-US" dirty="0"/>
          </a:p>
        </p:txBody>
      </p:sp>
      <p:sp>
        <p:nvSpPr>
          <p:cNvPr id="55300" name="Rectangle 2"/>
          <p:cNvSpPr>
            <a:spLocks noGrp="1" noChangeArrowheads="1"/>
          </p:cNvSpPr>
          <p:nvPr>
            <p:ph type="title"/>
          </p:nvPr>
        </p:nvSpPr>
        <p:spPr/>
        <p:txBody>
          <a:bodyPr/>
          <a:lstStyle/>
          <a:p>
            <a:r>
              <a:rPr lang="en-US" dirty="0"/>
              <a:t>Change Control Board (CCB)</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5" name="Rectangle 3"/>
          <p:cNvSpPr>
            <a:spLocks noGrp="1" noChangeArrowheads="1"/>
          </p:cNvSpPr>
          <p:nvPr>
            <p:ph idx="1"/>
          </p:nvPr>
        </p:nvSpPr>
        <p:spPr/>
        <p:txBody>
          <a:bodyPr/>
          <a:lstStyle/>
          <a:p>
            <a:r>
              <a:rPr lang="en-US" dirty="0"/>
              <a:t>Some CCBs only meet occasionally, so it may take too long for changes to occur</a:t>
            </a:r>
          </a:p>
          <a:p>
            <a:r>
              <a:rPr lang="en-US" dirty="0"/>
              <a:t>Some organizations have policies in place for time-sensitive changes</a:t>
            </a:r>
          </a:p>
          <a:p>
            <a:pPr lvl="1"/>
            <a:r>
              <a:rPr lang="en-US" dirty="0"/>
              <a:t>“48-hour policy” allows project team members to make decisions, then they have 48 hours to reverse the decision pending senior management approval</a:t>
            </a:r>
          </a:p>
          <a:p>
            <a:pPr lvl="1"/>
            <a:r>
              <a:rPr lang="en-US" dirty="0"/>
              <a:t>Delegate changes to the lowest level possible, but keep everyone informed of changes</a:t>
            </a:r>
          </a:p>
        </p:txBody>
      </p:sp>
      <p:sp>
        <p:nvSpPr>
          <p:cNvPr id="56322" name="Footer Placeholder 3"/>
          <p:cNvSpPr>
            <a:spLocks noGrp="1"/>
          </p:cNvSpPr>
          <p:nvPr>
            <p:ph type="ftr" sz="quarter" idx="11"/>
          </p:nvPr>
        </p:nvSpPr>
        <p:spPr bwMode="auto">
          <a:noFill/>
          <a:ln>
            <a:miter lim="800000"/>
            <a:headEnd/>
            <a:tailEnd/>
          </a:ln>
        </p:spPr>
        <p:txBody>
          <a:bodyPr/>
          <a:lstStyle/>
          <a:p>
            <a:r>
              <a:rPr lang="en-US"/>
              <a:t>Information Technology Project Management, Seventh Edition</a:t>
            </a:r>
            <a:endParaRPr lang="en-US" dirty="0"/>
          </a:p>
        </p:txBody>
      </p:sp>
      <p:sp>
        <p:nvSpPr>
          <p:cNvPr id="5" name="Slide Number Placeholder 4"/>
          <p:cNvSpPr>
            <a:spLocks noGrp="1"/>
          </p:cNvSpPr>
          <p:nvPr>
            <p:ph type="sldNum" sz="quarter" idx="12"/>
          </p:nvPr>
        </p:nvSpPr>
        <p:spPr/>
        <p:txBody>
          <a:bodyPr/>
          <a:lstStyle/>
          <a:p>
            <a:pPr>
              <a:defRPr/>
            </a:pPr>
            <a:fld id="{96169F49-7017-498E-9A3E-E7143631DB8B}" type="slidenum">
              <a:rPr lang="en-US"/>
              <a:pPr>
                <a:defRPr/>
              </a:pPr>
              <a:t>39</a:t>
            </a:fld>
            <a:endParaRPr lang="en-US" dirty="0"/>
          </a:p>
        </p:txBody>
      </p:sp>
      <p:sp>
        <p:nvSpPr>
          <p:cNvPr id="56324" name="Rectangle 2"/>
          <p:cNvSpPr>
            <a:spLocks noGrp="1" noChangeArrowheads="1"/>
          </p:cNvSpPr>
          <p:nvPr>
            <p:ph type="title"/>
          </p:nvPr>
        </p:nvSpPr>
        <p:spPr/>
        <p:txBody>
          <a:bodyPr/>
          <a:lstStyle/>
          <a:p>
            <a:r>
              <a:rPr lang="en-US" dirty="0"/>
              <a:t>Making Timely Changes</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9" name="Rectangle 3"/>
          <p:cNvSpPr>
            <a:spLocks noGrp="1" noChangeArrowheads="1"/>
          </p:cNvSpPr>
          <p:nvPr>
            <p:ph idx="1"/>
          </p:nvPr>
        </p:nvSpPr>
        <p:spPr>
          <a:xfrm>
            <a:off x="228600" y="1143000"/>
            <a:ext cx="8186738" cy="4791075"/>
          </a:xfrm>
        </p:spPr>
        <p:txBody>
          <a:bodyPr/>
          <a:lstStyle/>
          <a:p>
            <a:pPr>
              <a:lnSpc>
                <a:spcPct val="90000"/>
              </a:lnSpc>
            </a:pPr>
            <a:r>
              <a:rPr lang="en-US" b="1" dirty="0"/>
              <a:t>Configuration management </a:t>
            </a:r>
            <a:r>
              <a:rPr lang="en-US" dirty="0"/>
              <a:t>ensures that the descriptions of the project’s products are correct and complete</a:t>
            </a:r>
          </a:p>
          <a:p>
            <a:pPr>
              <a:lnSpc>
                <a:spcPct val="90000"/>
              </a:lnSpc>
            </a:pPr>
            <a:r>
              <a:rPr lang="en-US" dirty="0"/>
              <a:t>Involves identifying and controlling the functional and physical design characteristics of products and their support documentation</a:t>
            </a:r>
          </a:p>
          <a:p>
            <a:pPr>
              <a:lnSpc>
                <a:spcPct val="90000"/>
              </a:lnSpc>
            </a:pPr>
            <a:r>
              <a:rPr lang="en-US" dirty="0"/>
              <a:t>Configuration management specialists identify and document configuration requirements, control changes, record and report changes, and audit the products to verify conformance to requirements</a:t>
            </a:r>
          </a:p>
          <a:p>
            <a:pPr>
              <a:lnSpc>
                <a:spcPct val="90000"/>
              </a:lnSpc>
            </a:pPr>
            <a:r>
              <a:rPr lang="en-US" dirty="0"/>
              <a:t>See www.icmhq.com for more information</a:t>
            </a:r>
          </a:p>
        </p:txBody>
      </p:sp>
      <p:sp>
        <p:nvSpPr>
          <p:cNvPr id="57346" name="Footer Placeholder 3"/>
          <p:cNvSpPr>
            <a:spLocks noGrp="1"/>
          </p:cNvSpPr>
          <p:nvPr>
            <p:ph type="ftr" sz="quarter" idx="11"/>
          </p:nvPr>
        </p:nvSpPr>
        <p:spPr bwMode="auto">
          <a:noFill/>
          <a:ln>
            <a:miter lim="800000"/>
            <a:headEnd/>
            <a:tailEnd/>
          </a:ln>
        </p:spPr>
        <p:txBody>
          <a:bodyPr/>
          <a:lstStyle/>
          <a:p>
            <a:r>
              <a:rPr lang="en-US"/>
              <a:t>Information Technology Project Management, Seventh Edition</a:t>
            </a:r>
            <a:endParaRPr lang="en-US" dirty="0"/>
          </a:p>
        </p:txBody>
      </p:sp>
      <p:sp>
        <p:nvSpPr>
          <p:cNvPr id="5" name="Slide Number Placeholder 4"/>
          <p:cNvSpPr>
            <a:spLocks noGrp="1"/>
          </p:cNvSpPr>
          <p:nvPr>
            <p:ph type="sldNum" sz="quarter" idx="12"/>
          </p:nvPr>
        </p:nvSpPr>
        <p:spPr/>
        <p:txBody>
          <a:bodyPr/>
          <a:lstStyle/>
          <a:p>
            <a:pPr>
              <a:defRPr/>
            </a:pPr>
            <a:fld id="{67F50EE5-DD00-42CF-B186-FA289432DED5}" type="slidenum">
              <a:rPr lang="en-US"/>
              <a:pPr>
                <a:defRPr/>
              </a:pPr>
              <a:t>40</a:t>
            </a:fld>
            <a:endParaRPr lang="en-US" dirty="0"/>
          </a:p>
        </p:txBody>
      </p:sp>
      <p:sp>
        <p:nvSpPr>
          <p:cNvPr id="57348" name="Rectangle 2"/>
          <p:cNvSpPr>
            <a:spLocks noGrp="1" noChangeArrowheads="1"/>
          </p:cNvSpPr>
          <p:nvPr>
            <p:ph type="title"/>
          </p:nvPr>
        </p:nvSpPr>
        <p:spPr>
          <a:xfrm>
            <a:off x="381000" y="152400"/>
            <a:ext cx="8305800" cy="914400"/>
          </a:xfrm>
        </p:spPr>
        <p:txBody>
          <a:bodyPr/>
          <a:lstStyle/>
          <a:p>
            <a:r>
              <a:rPr lang="en-US" dirty="0"/>
              <a:t>Configuration Management</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Footer Placeholder 3"/>
          <p:cNvSpPr>
            <a:spLocks noGrp="1"/>
          </p:cNvSpPr>
          <p:nvPr>
            <p:ph type="ftr" sz="quarter" idx="11"/>
          </p:nvPr>
        </p:nvSpPr>
        <p:spPr bwMode="auto">
          <a:noFill/>
          <a:ln>
            <a:miter lim="800000"/>
            <a:headEnd/>
            <a:tailEnd/>
          </a:ln>
        </p:spPr>
        <p:txBody>
          <a:bodyPr/>
          <a:lstStyle/>
          <a:p>
            <a:r>
              <a:rPr lang="en-US"/>
              <a:t>Information Technology Project Management, Seventh Edition</a:t>
            </a:r>
            <a:endParaRPr lang="en-US" dirty="0"/>
          </a:p>
        </p:txBody>
      </p:sp>
      <p:sp>
        <p:nvSpPr>
          <p:cNvPr id="5" name="Slide Number Placeholder 4"/>
          <p:cNvSpPr>
            <a:spLocks noGrp="1"/>
          </p:cNvSpPr>
          <p:nvPr>
            <p:ph type="sldNum" sz="quarter" idx="12"/>
          </p:nvPr>
        </p:nvSpPr>
        <p:spPr/>
        <p:txBody>
          <a:bodyPr/>
          <a:lstStyle/>
          <a:p>
            <a:pPr>
              <a:defRPr/>
            </a:pPr>
            <a:fld id="{2A10A319-FAEE-4555-94D7-63E74BB39CF7}" type="slidenum">
              <a:rPr lang="en-US"/>
              <a:pPr>
                <a:defRPr/>
              </a:pPr>
              <a:t>41</a:t>
            </a:fld>
            <a:endParaRPr lang="en-US" dirty="0"/>
          </a:p>
        </p:txBody>
      </p:sp>
      <p:sp>
        <p:nvSpPr>
          <p:cNvPr id="58372" name="Rectangle 2"/>
          <p:cNvSpPr>
            <a:spLocks noGrp="1" noChangeArrowheads="1"/>
          </p:cNvSpPr>
          <p:nvPr>
            <p:ph type="title"/>
          </p:nvPr>
        </p:nvSpPr>
        <p:spPr/>
        <p:txBody>
          <a:bodyPr>
            <a:normAutofit fontScale="90000"/>
          </a:bodyPr>
          <a:lstStyle/>
          <a:p>
            <a:r>
              <a:rPr lang="en-US" sz="3600" dirty="0"/>
              <a:t>Table 4-3. Suggestions for Performing Integrated Change Control</a:t>
            </a:r>
          </a:p>
        </p:txBody>
      </p:sp>
      <p:pic>
        <p:nvPicPr>
          <p:cNvPr id="58373" name="Picture 6" descr="Tbl04-03.bmp"/>
          <p:cNvPicPr>
            <a:picLocks noChangeAspect="1"/>
          </p:cNvPicPr>
          <p:nvPr/>
        </p:nvPicPr>
        <p:blipFill>
          <a:blip r:embed="rId2"/>
          <a:srcRect t="6976"/>
          <a:stretch>
            <a:fillRect/>
          </a:stretch>
        </p:blipFill>
        <p:spPr bwMode="auto">
          <a:xfrm>
            <a:off x="560388" y="1981200"/>
            <a:ext cx="8213725" cy="3048000"/>
          </a:xfrm>
          <a:prstGeom prst="rect">
            <a:avLst/>
          </a:prstGeom>
          <a:noFill/>
          <a:ln w="9525">
            <a:noFill/>
            <a:miter lim="800000"/>
            <a:headEnd/>
            <a:tailEnd/>
          </a:ln>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7" name="Rectangle 3"/>
          <p:cNvSpPr>
            <a:spLocks noGrp="1" noChangeArrowheads="1"/>
          </p:cNvSpPr>
          <p:nvPr>
            <p:ph idx="1"/>
          </p:nvPr>
        </p:nvSpPr>
        <p:spPr/>
        <p:txBody>
          <a:bodyPr/>
          <a:lstStyle/>
          <a:p>
            <a:r>
              <a:rPr lang="en-US" dirty="0"/>
              <a:t>To close a project or phase, you must finalize all activities and transfer the completed or cancelled work to the appropriate people</a:t>
            </a:r>
          </a:p>
          <a:p>
            <a:r>
              <a:rPr lang="en-US" dirty="0"/>
              <a:t>Main outputs include</a:t>
            </a:r>
          </a:p>
          <a:p>
            <a:pPr lvl="1"/>
            <a:r>
              <a:rPr lang="en-US" dirty="0"/>
              <a:t>Final product, service, or result transition</a:t>
            </a:r>
          </a:p>
          <a:p>
            <a:pPr lvl="1"/>
            <a:r>
              <a:rPr lang="en-US" dirty="0"/>
              <a:t>Organizational process asset updates</a:t>
            </a:r>
          </a:p>
        </p:txBody>
      </p:sp>
      <p:sp>
        <p:nvSpPr>
          <p:cNvPr id="59394" name="Footer Placeholder 3"/>
          <p:cNvSpPr>
            <a:spLocks noGrp="1"/>
          </p:cNvSpPr>
          <p:nvPr>
            <p:ph type="ftr" sz="quarter" idx="11"/>
          </p:nvPr>
        </p:nvSpPr>
        <p:spPr bwMode="auto">
          <a:noFill/>
          <a:ln>
            <a:miter lim="800000"/>
            <a:headEnd/>
            <a:tailEnd/>
          </a:ln>
        </p:spPr>
        <p:txBody>
          <a:bodyPr/>
          <a:lstStyle/>
          <a:p>
            <a:r>
              <a:rPr lang="en-US"/>
              <a:t>Information Technology Project Management, Seventh Edition</a:t>
            </a:r>
            <a:endParaRPr lang="en-US" dirty="0"/>
          </a:p>
        </p:txBody>
      </p:sp>
      <p:sp>
        <p:nvSpPr>
          <p:cNvPr id="5" name="Slide Number Placeholder 4"/>
          <p:cNvSpPr>
            <a:spLocks noGrp="1"/>
          </p:cNvSpPr>
          <p:nvPr>
            <p:ph type="sldNum" sz="quarter" idx="12"/>
          </p:nvPr>
        </p:nvSpPr>
        <p:spPr/>
        <p:txBody>
          <a:bodyPr/>
          <a:lstStyle/>
          <a:p>
            <a:pPr>
              <a:defRPr/>
            </a:pPr>
            <a:fld id="{C9A08B3E-F93B-46D5-90C8-0EFC6622AEB1}" type="slidenum">
              <a:rPr lang="en-US"/>
              <a:pPr>
                <a:defRPr/>
              </a:pPr>
              <a:t>42</a:t>
            </a:fld>
            <a:endParaRPr lang="en-US" dirty="0"/>
          </a:p>
        </p:txBody>
      </p:sp>
      <p:sp>
        <p:nvSpPr>
          <p:cNvPr id="59396" name="Rectangle 2"/>
          <p:cNvSpPr>
            <a:spLocks noGrp="1" noChangeArrowheads="1"/>
          </p:cNvSpPr>
          <p:nvPr>
            <p:ph type="title"/>
          </p:nvPr>
        </p:nvSpPr>
        <p:spPr/>
        <p:txBody>
          <a:bodyPr/>
          <a:lstStyle/>
          <a:p>
            <a:r>
              <a:rPr lang="en-US" dirty="0"/>
              <a:t>Closing Projects or Phases</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21" name="Rectangle 3"/>
          <p:cNvSpPr>
            <a:spLocks noGrp="1" noChangeArrowheads="1"/>
          </p:cNvSpPr>
          <p:nvPr>
            <p:ph idx="1"/>
          </p:nvPr>
        </p:nvSpPr>
        <p:spPr>
          <a:xfrm>
            <a:off x="381000" y="1524000"/>
            <a:ext cx="8458200" cy="4953000"/>
          </a:xfrm>
        </p:spPr>
        <p:txBody>
          <a:bodyPr/>
          <a:lstStyle/>
          <a:p>
            <a:pPr>
              <a:lnSpc>
                <a:spcPct val="90000"/>
              </a:lnSpc>
            </a:pPr>
            <a:r>
              <a:rPr lang="en-US" dirty="0"/>
              <a:t>Several types of software can be used to assist in project integration management</a:t>
            </a:r>
          </a:p>
          <a:p>
            <a:pPr lvl="1">
              <a:lnSpc>
                <a:spcPct val="90000"/>
              </a:lnSpc>
            </a:pPr>
            <a:r>
              <a:rPr lang="en-US" dirty="0"/>
              <a:t>Documents can be created with word processing software</a:t>
            </a:r>
          </a:p>
          <a:p>
            <a:pPr lvl="1">
              <a:lnSpc>
                <a:spcPct val="90000"/>
              </a:lnSpc>
            </a:pPr>
            <a:r>
              <a:rPr lang="en-US" dirty="0"/>
              <a:t>Presentations are created with presentation software</a:t>
            </a:r>
          </a:p>
          <a:p>
            <a:pPr lvl="1">
              <a:lnSpc>
                <a:spcPct val="90000"/>
              </a:lnSpc>
            </a:pPr>
            <a:r>
              <a:rPr lang="en-US" dirty="0"/>
              <a:t>Tracking can be done with spreadsheets or databases</a:t>
            </a:r>
          </a:p>
          <a:p>
            <a:pPr lvl="1">
              <a:lnSpc>
                <a:spcPct val="90000"/>
              </a:lnSpc>
            </a:pPr>
            <a:r>
              <a:rPr lang="en-US" dirty="0"/>
              <a:t>Communication software like e-mail and Web authoring tools facilitate communications</a:t>
            </a:r>
          </a:p>
          <a:p>
            <a:pPr lvl="1">
              <a:lnSpc>
                <a:spcPct val="90000"/>
              </a:lnSpc>
            </a:pPr>
            <a:r>
              <a:rPr lang="en-US" dirty="0"/>
              <a:t>Project management software can pull everything together and show detailed and summarized information</a:t>
            </a:r>
          </a:p>
          <a:p>
            <a:pPr lvl="1">
              <a:lnSpc>
                <a:spcPct val="90000"/>
              </a:lnSpc>
            </a:pPr>
            <a:r>
              <a:rPr lang="en-US" b="1" dirty="0"/>
              <a:t>Business Service Management</a:t>
            </a:r>
            <a:r>
              <a:rPr lang="en-US" dirty="0"/>
              <a:t> (BSM) tools track the execution of business process flows</a:t>
            </a:r>
          </a:p>
        </p:txBody>
      </p:sp>
      <p:sp>
        <p:nvSpPr>
          <p:cNvPr id="60418" name="Footer Placeholder 3"/>
          <p:cNvSpPr>
            <a:spLocks noGrp="1"/>
          </p:cNvSpPr>
          <p:nvPr>
            <p:ph type="ftr" sz="quarter" idx="11"/>
          </p:nvPr>
        </p:nvSpPr>
        <p:spPr bwMode="auto">
          <a:noFill/>
          <a:ln>
            <a:miter lim="800000"/>
            <a:headEnd/>
            <a:tailEnd/>
          </a:ln>
        </p:spPr>
        <p:txBody>
          <a:bodyPr/>
          <a:lstStyle/>
          <a:p>
            <a:r>
              <a:rPr lang="en-US"/>
              <a:t>Information Technology Project Management, Seventh Edition</a:t>
            </a:r>
            <a:endParaRPr lang="en-US" dirty="0"/>
          </a:p>
        </p:txBody>
      </p:sp>
      <p:sp>
        <p:nvSpPr>
          <p:cNvPr id="5" name="Slide Number Placeholder 4"/>
          <p:cNvSpPr>
            <a:spLocks noGrp="1"/>
          </p:cNvSpPr>
          <p:nvPr>
            <p:ph type="sldNum" sz="quarter" idx="12"/>
          </p:nvPr>
        </p:nvSpPr>
        <p:spPr/>
        <p:txBody>
          <a:bodyPr/>
          <a:lstStyle/>
          <a:p>
            <a:pPr>
              <a:defRPr/>
            </a:pPr>
            <a:fld id="{22A9576C-302C-46B8-9ADA-74B5D8EDAD33}" type="slidenum">
              <a:rPr lang="en-US"/>
              <a:pPr>
                <a:defRPr/>
              </a:pPr>
              <a:t>43</a:t>
            </a:fld>
            <a:endParaRPr lang="en-US" dirty="0"/>
          </a:p>
        </p:txBody>
      </p:sp>
      <p:sp>
        <p:nvSpPr>
          <p:cNvPr id="60420" name="Rectangle 2"/>
          <p:cNvSpPr>
            <a:spLocks noGrp="1" noChangeArrowheads="1"/>
          </p:cNvSpPr>
          <p:nvPr>
            <p:ph type="title"/>
          </p:nvPr>
        </p:nvSpPr>
        <p:spPr/>
        <p:txBody>
          <a:bodyPr>
            <a:normAutofit fontScale="90000"/>
          </a:bodyPr>
          <a:lstStyle/>
          <a:p>
            <a:r>
              <a:rPr lang="en-US" dirty="0"/>
              <a:t>Using Software to Assist in Project Integration Management</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p:txBody>
          <a:bodyPr/>
          <a:lstStyle/>
          <a:p>
            <a:pPr>
              <a:defRPr/>
            </a:pPr>
            <a:r>
              <a:rPr lang="en-US"/>
              <a:t>Information Technology Project Management, Seventh Edition</a:t>
            </a:r>
            <a:endParaRPr lang="en-US" dirty="0"/>
          </a:p>
        </p:txBody>
      </p:sp>
      <p:sp>
        <p:nvSpPr>
          <p:cNvPr id="4" name="Slide Number Placeholder 3"/>
          <p:cNvSpPr>
            <a:spLocks noGrp="1"/>
          </p:cNvSpPr>
          <p:nvPr>
            <p:ph type="sldNum" sz="quarter" idx="12"/>
          </p:nvPr>
        </p:nvSpPr>
        <p:spPr/>
        <p:txBody>
          <a:bodyPr/>
          <a:lstStyle/>
          <a:p>
            <a:pPr>
              <a:defRPr/>
            </a:pPr>
            <a:fld id="{1953F6A9-037C-4679-A974-5A2F60203CED}" type="slidenum">
              <a:rPr lang="en-US" smtClean="0"/>
              <a:pPr>
                <a:defRPr/>
              </a:pPr>
              <a:t>44</a:t>
            </a:fld>
            <a:endParaRPr lang="en-US" dirty="0"/>
          </a:p>
        </p:txBody>
      </p:sp>
      <p:sp>
        <p:nvSpPr>
          <p:cNvPr id="5" name="Title 4"/>
          <p:cNvSpPr>
            <a:spLocks noGrp="1"/>
          </p:cNvSpPr>
          <p:nvPr>
            <p:ph type="title"/>
          </p:nvPr>
        </p:nvSpPr>
        <p:spPr/>
        <p:txBody>
          <a:bodyPr>
            <a:normAutofit fontScale="90000"/>
          </a:bodyPr>
          <a:lstStyle/>
          <a:p>
            <a:r>
              <a:rPr lang="en-US" dirty="0"/>
              <a:t>Figure 4-9. Sample Portfolio Management Software Screen</a:t>
            </a:r>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4800" y="888561"/>
            <a:ext cx="8277711" cy="5151658"/>
          </a:xfrm>
          <a:prstGeom prst="rect">
            <a:avLst/>
          </a:prstGeom>
        </p:spPr>
      </p:pic>
      <p:sp>
        <p:nvSpPr>
          <p:cNvPr id="7" name="TextBox 6"/>
          <p:cNvSpPr txBox="1"/>
          <p:nvPr/>
        </p:nvSpPr>
        <p:spPr>
          <a:xfrm>
            <a:off x="2895600" y="6023060"/>
            <a:ext cx="4470391" cy="430887"/>
          </a:xfrm>
          <a:prstGeom prst="rect">
            <a:avLst/>
          </a:prstGeom>
          <a:noFill/>
        </p:spPr>
        <p:txBody>
          <a:bodyPr wrap="none" rtlCol="0">
            <a:spAutoFit/>
          </a:bodyPr>
          <a:lstStyle/>
          <a:p>
            <a:r>
              <a:rPr lang="en-US" dirty="0"/>
              <a:t>Source: www.projectmanager.com</a:t>
            </a:r>
          </a:p>
        </p:txBody>
      </p:sp>
    </p:spTree>
    <p:extLst>
      <p:ext uri="{BB962C8B-B14F-4D97-AF65-F5344CB8AC3E}">
        <p14:creationId xmlns:p14="http://schemas.microsoft.com/office/powerpoint/2010/main" val="95990344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5" name="Rectangle 3"/>
          <p:cNvSpPr>
            <a:spLocks noGrp="1" noChangeArrowheads="1"/>
          </p:cNvSpPr>
          <p:nvPr>
            <p:ph idx="1"/>
          </p:nvPr>
        </p:nvSpPr>
        <p:spPr/>
        <p:txBody>
          <a:bodyPr/>
          <a:lstStyle/>
          <a:p>
            <a:r>
              <a:rPr lang="en-US" dirty="0"/>
              <a:t>Project integration management involves coordinating all of the other knowledge areas throughout a project’s life cycle</a:t>
            </a:r>
          </a:p>
          <a:p>
            <a:r>
              <a:rPr lang="en-US" dirty="0"/>
              <a:t>Main processes include</a:t>
            </a:r>
          </a:p>
          <a:p>
            <a:pPr lvl="1"/>
            <a:r>
              <a:rPr lang="en-US" dirty="0"/>
              <a:t>Develop the project charter</a:t>
            </a:r>
          </a:p>
          <a:p>
            <a:pPr lvl="1"/>
            <a:r>
              <a:rPr lang="en-US" dirty="0"/>
              <a:t>Develop the project management plan</a:t>
            </a:r>
          </a:p>
          <a:p>
            <a:pPr lvl="1"/>
            <a:r>
              <a:rPr lang="en-US" dirty="0"/>
              <a:t>Direct and manage project execution</a:t>
            </a:r>
          </a:p>
          <a:p>
            <a:pPr lvl="1"/>
            <a:r>
              <a:rPr lang="en-US" dirty="0"/>
              <a:t>Monitor and control project work</a:t>
            </a:r>
          </a:p>
          <a:p>
            <a:pPr lvl="1"/>
            <a:r>
              <a:rPr lang="en-US" dirty="0"/>
              <a:t>Perform integrated change control</a:t>
            </a:r>
          </a:p>
          <a:p>
            <a:pPr lvl="1"/>
            <a:r>
              <a:rPr lang="en-US" dirty="0"/>
              <a:t>Close the project or phase</a:t>
            </a:r>
          </a:p>
        </p:txBody>
      </p:sp>
      <p:sp>
        <p:nvSpPr>
          <p:cNvPr id="61442" name="Footer Placeholder 3"/>
          <p:cNvSpPr>
            <a:spLocks noGrp="1"/>
          </p:cNvSpPr>
          <p:nvPr>
            <p:ph type="ftr" sz="quarter" idx="11"/>
          </p:nvPr>
        </p:nvSpPr>
        <p:spPr bwMode="auto">
          <a:noFill/>
          <a:ln>
            <a:miter lim="800000"/>
            <a:headEnd/>
            <a:tailEnd/>
          </a:ln>
        </p:spPr>
        <p:txBody>
          <a:bodyPr/>
          <a:lstStyle/>
          <a:p>
            <a:r>
              <a:rPr lang="en-US"/>
              <a:t>Information Technology Project Management, Seventh Edition</a:t>
            </a:r>
            <a:endParaRPr lang="en-US" dirty="0"/>
          </a:p>
        </p:txBody>
      </p:sp>
      <p:sp>
        <p:nvSpPr>
          <p:cNvPr id="5" name="Slide Number Placeholder 4"/>
          <p:cNvSpPr>
            <a:spLocks noGrp="1"/>
          </p:cNvSpPr>
          <p:nvPr>
            <p:ph type="sldNum" sz="quarter" idx="12"/>
          </p:nvPr>
        </p:nvSpPr>
        <p:spPr/>
        <p:txBody>
          <a:bodyPr/>
          <a:lstStyle/>
          <a:p>
            <a:pPr>
              <a:defRPr/>
            </a:pPr>
            <a:fld id="{3CFDAB70-6E7B-45BB-9F36-0FA1270B4935}" type="slidenum">
              <a:rPr lang="en-US"/>
              <a:pPr>
                <a:defRPr/>
              </a:pPr>
              <a:t>45</a:t>
            </a:fld>
            <a:endParaRPr lang="en-US" dirty="0"/>
          </a:p>
        </p:txBody>
      </p:sp>
      <p:sp>
        <p:nvSpPr>
          <p:cNvPr id="61444" name="Rectangle 2"/>
          <p:cNvSpPr>
            <a:spLocks noGrp="1" noChangeArrowheads="1"/>
          </p:cNvSpPr>
          <p:nvPr>
            <p:ph type="title"/>
          </p:nvPr>
        </p:nvSpPr>
        <p:spPr/>
        <p:txBody>
          <a:bodyPr/>
          <a:lstStyle/>
          <a:p>
            <a:r>
              <a:rPr lang="en-US" dirty="0"/>
              <a:t>Chapter Summary</a:t>
            </a:r>
          </a:p>
        </p:txBody>
      </p:sp>
    </p:spTree>
  </p:cSld>
  <p:clrMapOvr>
    <a:masterClrMapping/>
  </p:clrMapOvr>
</p:sld>
</file>

<file path=ppt/theme/_rels/theme2.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Concourse">
  <a:themeElements>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fontScheme name="Concourse">
      <a:maj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majorFont>
      <a:min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minorFont>
    </a:fontScheme>
    <a:fmtScheme name="Concourse">
      <a:fillStyleLst>
        <a:solidFill>
          <a:schemeClr val="phClr"/>
        </a:solidFill>
        <a:gradFill rotWithShape="1">
          <a:gsLst>
            <a:gs pos="0">
              <a:schemeClr val="phClr">
                <a:tint val="62000"/>
                <a:satMod val="180000"/>
              </a:schemeClr>
            </a:gs>
            <a:gs pos="65000">
              <a:schemeClr val="phClr">
                <a:tint val="32000"/>
                <a:satMod val="250000"/>
              </a:schemeClr>
            </a:gs>
            <a:gs pos="100000">
              <a:schemeClr val="phClr">
                <a:tint val="23000"/>
                <a:satMod val="300000"/>
              </a:schemeClr>
            </a:gs>
          </a:gsLst>
          <a:lin ang="16200000" scaled="0"/>
        </a:gradFill>
        <a:gradFill rotWithShape="1">
          <a:gsLst>
            <a:gs pos="0">
              <a:schemeClr val="phClr">
                <a:shade val="15000"/>
                <a:satMod val="180000"/>
              </a:schemeClr>
            </a:gs>
            <a:gs pos="50000">
              <a:schemeClr val="phClr">
                <a:shade val="45000"/>
                <a:satMod val="170000"/>
              </a:schemeClr>
            </a:gs>
            <a:gs pos="70000">
              <a:schemeClr val="phClr">
                <a:tint val="99000"/>
                <a:shade val="65000"/>
                <a:satMod val="155000"/>
              </a:schemeClr>
            </a:gs>
            <a:gs pos="100000">
              <a:schemeClr val="phClr">
                <a:tint val="95500"/>
                <a:shade val="100000"/>
                <a:satMod val="155000"/>
              </a:schemeClr>
            </a:gs>
          </a:gsLst>
          <a:lin ang="16200000" scaled="0"/>
        </a:gradFill>
      </a:fillStyleLst>
      <a:lnStyleLst>
        <a:ln w="9525" cap="flat" cmpd="sng" algn="ctr">
          <a:solidFill>
            <a:schemeClr val="phClr"/>
          </a:solidFill>
          <a:prstDash val="solid"/>
        </a:ln>
        <a:ln w="55000" cap="flat" cmpd="thickThin" algn="ctr">
          <a:solidFill>
            <a:schemeClr val="phClr"/>
          </a:solidFill>
          <a:prstDash val="solid"/>
        </a:ln>
        <a:ln w="63500" cap="flat" cmpd="thickThin" algn="ctr">
          <a:solidFill>
            <a:schemeClr val="phClr"/>
          </a:solidFill>
          <a:prstDash val="solid"/>
        </a:ln>
      </a:lnStyleLst>
      <a:effectStyleLst>
        <a:effectStyle>
          <a:effectLst>
            <a:outerShdw blurRad="50800" dist="38100" dir="5400000" rotWithShape="0">
              <a:srgbClr val="000000">
                <a:alpha val="35000"/>
              </a:srgbClr>
            </a:outerShdw>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45000"/>
              </a:srgbClr>
            </a:outerShdw>
          </a:effectLst>
          <a:scene3d>
            <a:camera prst="orthographicFront" fov="0">
              <a:rot lat="0" lon="0" rev="0"/>
            </a:camera>
            <a:lightRig rig="glow" dir="t">
              <a:rot lat="0" lon="0" rev="6360000"/>
            </a:lightRig>
          </a:scene3d>
          <a:sp3d contourW="1000" prstMaterial="flat">
            <a:bevelT w="95250" h="101600"/>
            <a:contourClr>
              <a:schemeClr val="phClr">
                <a:satMod val="300000"/>
              </a:schemeClr>
            </a:contourClr>
          </a:sp3d>
        </a:effectStyle>
      </a:effectStyleLst>
      <a:bgFillStyleLst>
        <a:solidFill>
          <a:schemeClr val="phClr"/>
        </a:solidFill>
        <a:gradFill rotWithShape="1">
          <a:gsLst>
            <a:gs pos="0">
              <a:schemeClr val="phClr">
                <a:tint val="55000"/>
                <a:satMod val="300000"/>
              </a:schemeClr>
            </a:gs>
            <a:gs pos="40000">
              <a:schemeClr val="phClr">
                <a:tint val="65000"/>
                <a:satMod val="300000"/>
              </a:schemeClr>
            </a:gs>
            <a:gs pos="100000">
              <a:schemeClr val="phClr">
                <a:shade val="65000"/>
                <a:satMod val="300000"/>
              </a:schemeClr>
            </a:gs>
          </a:gsLst>
          <a:path path="circle">
            <a:fillToRect l="95000" t="-106500" r="5000" b="206500"/>
          </a:path>
        </a:gradFill>
        <a:blipFill>
          <a:blip xmlns:r="http://schemas.openxmlformats.org/officeDocument/2006/relationships" r:embed="rId1">
            <a:duotone>
              <a:schemeClr val="phClr">
                <a:shade val="60000"/>
                <a:satMod val="110000"/>
              </a:schemeClr>
              <a:schemeClr val="phClr">
                <a:tint val="95000"/>
              </a:schemeClr>
            </a:duotone>
          </a:blip>
          <a:tile tx="0" ty="0" sx="50000" sy="50000" flip="none" algn="tl"/>
        </a:blip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2191</TotalTime>
  <Words>2499</Words>
  <Application>Microsoft Office PowerPoint</Application>
  <PresentationFormat>全屏显示(4:3)</PresentationFormat>
  <Paragraphs>275</Paragraphs>
  <Slides>45</Slides>
  <Notes>1</Notes>
  <HiddenSlides>0</HiddenSlides>
  <MMClips>0</MMClips>
  <ScaleCrop>false</ScaleCrop>
  <HeadingPairs>
    <vt:vector size="6" baseType="variant">
      <vt:variant>
        <vt:lpstr>已用的字体</vt:lpstr>
      </vt:variant>
      <vt:variant>
        <vt:i4>9</vt:i4>
      </vt:variant>
      <vt:variant>
        <vt:lpstr>主题</vt:lpstr>
      </vt:variant>
      <vt:variant>
        <vt:i4>2</vt:i4>
      </vt:variant>
      <vt:variant>
        <vt:lpstr>幻灯片标题</vt:lpstr>
      </vt:variant>
      <vt:variant>
        <vt:i4>45</vt:i4>
      </vt:variant>
    </vt:vector>
  </HeadingPairs>
  <TitlesOfParts>
    <vt:vector size="56" baseType="lpstr">
      <vt:lpstr>宋体</vt:lpstr>
      <vt:lpstr>Arial</vt:lpstr>
      <vt:lpstr>Arial Rounded MT Bold</vt:lpstr>
      <vt:lpstr>Calibri</vt:lpstr>
      <vt:lpstr>Lucida Sans Unicode</vt:lpstr>
      <vt:lpstr>Times New Roman</vt:lpstr>
      <vt:lpstr>Verdana</vt:lpstr>
      <vt:lpstr>Wingdings 2</vt:lpstr>
      <vt:lpstr>Wingdings 3</vt:lpstr>
      <vt:lpstr>Custom Design</vt:lpstr>
      <vt:lpstr>Concourse</vt:lpstr>
      <vt:lpstr>Chapter 4: Project Integration Management</vt:lpstr>
      <vt:lpstr>Learning Objectives</vt:lpstr>
      <vt:lpstr>Learning Objectives</vt:lpstr>
      <vt:lpstr>Project Integration Management Processes</vt:lpstr>
      <vt:lpstr>Project Integration Management Processes (cont’d)</vt:lpstr>
      <vt:lpstr>Figure 4-1. Project Integration Management Summary</vt:lpstr>
      <vt:lpstr>Strategic Planning and Project Selection</vt:lpstr>
      <vt:lpstr>Figure 4-2. Mind Map of a SWOT Analysis to Help Identify Potential Projects</vt:lpstr>
      <vt:lpstr>Figure 4-3. Information Technology Planning Process</vt:lpstr>
      <vt:lpstr>Best Practice</vt:lpstr>
      <vt:lpstr>Methods for Selecting Projects</vt:lpstr>
      <vt:lpstr>Focusing on Broad Organizational Needs</vt:lpstr>
      <vt:lpstr>Categorizing IT Projects</vt:lpstr>
      <vt:lpstr>Financial Analysis of Projects</vt:lpstr>
      <vt:lpstr>Net Present Value Analysis</vt:lpstr>
      <vt:lpstr>PowerPoint 演示文稿</vt:lpstr>
      <vt:lpstr>Figure 4-4. Net Present Value Example</vt:lpstr>
      <vt:lpstr>Figure 4-5. JWD Consulting NPV Example</vt:lpstr>
      <vt:lpstr>NPV Calculations</vt:lpstr>
      <vt:lpstr>Return on Investment</vt:lpstr>
      <vt:lpstr>Payback Analysis</vt:lpstr>
      <vt:lpstr>Figure 4-6. Charting the Payback Period</vt:lpstr>
      <vt:lpstr>Weighted Scoring Model</vt:lpstr>
      <vt:lpstr>Figure 4-7. Sample Weighted Scoring Model for Project Selection</vt:lpstr>
      <vt:lpstr>Implementing a Balanced Scorecard</vt:lpstr>
      <vt:lpstr>通过四项指标的衡量，企业一方面保留传统上衡量过去绩效的财务指标，并且兼顾了促成财务目标的绩效因素之衡量；在支持组织追求业绩之余，也监督组织的行为应兼顾学习与成长的面向，并且透过一连串的互动因果关系，组织得以把产出（Outcome）和绩效驱动因素（Performance Driver）串联起来，以衡量指标与其量度做为语言，把组织的使命和策略转变为一套前后连贯的系统绩效评核量度，把复杂而笼统的概念转化为精确的目标，藉以寻求财务与非财务的衡量之间、短期与长期的目标之间、落后的与领先的指标之间，以及外部与内部绩效之间的平衡。</vt:lpstr>
      <vt:lpstr>Figure 4-8. Balanced Scorecard Example</vt:lpstr>
      <vt:lpstr>Inputs for Developing a Project Charter</vt:lpstr>
      <vt:lpstr>Table 4-1. Project Charter for the DNA-Sequencing Instrument Completion Project </vt:lpstr>
      <vt:lpstr>Table 4-1. Project Charter (cont.)</vt:lpstr>
      <vt:lpstr>Developing a Project Management Plan</vt:lpstr>
      <vt:lpstr>Common Elements of a Project Management Plan</vt:lpstr>
      <vt:lpstr>Table 4-2. Sample Contents for a Software Project Management Plan (SPMP)</vt:lpstr>
      <vt:lpstr>Monitoring and Controlling Project Work</vt:lpstr>
      <vt:lpstr>Performing Integrated Change Control</vt:lpstr>
      <vt:lpstr>Change Control on Information Technology Projects</vt:lpstr>
      <vt:lpstr>Change Control System</vt:lpstr>
      <vt:lpstr>Change Control Board (CCB)</vt:lpstr>
      <vt:lpstr>Making Timely Changes</vt:lpstr>
      <vt:lpstr>Configuration Management</vt:lpstr>
      <vt:lpstr>Table 4-3. Suggestions for Performing Integrated Change Control</vt:lpstr>
      <vt:lpstr>Closing Projects or Phases</vt:lpstr>
      <vt:lpstr>Using Software to Assist in Project Integration Management</vt:lpstr>
      <vt:lpstr>Figure 4-9. Sample Portfolio Management Software Screen</vt:lpstr>
      <vt:lpstr>Chapter Summary</vt:lpstr>
    </vt:vector>
  </TitlesOfParts>
  <Company>Augsburg College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Information  Technology</dc:creator>
  <cp:lastModifiedBy>七七 许</cp:lastModifiedBy>
  <cp:revision>165</cp:revision>
  <dcterms:created xsi:type="dcterms:W3CDTF">2001-07-05T23:10:12Z</dcterms:created>
  <dcterms:modified xsi:type="dcterms:W3CDTF">2025-11-02T06:43:18Z</dcterms:modified>
</cp:coreProperties>
</file>