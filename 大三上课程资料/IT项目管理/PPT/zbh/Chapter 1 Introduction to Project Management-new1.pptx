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 id="2147483723" r:id="rId2"/>
  </p:sldMasterIdLst>
  <p:notesMasterIdLst>
    <p:notesMasterId r:id="rId32"/>
  </p:notesMasterIdLst>
  <p:handoutMasterIdLst>
    <p:handoutMasterId r:id="rId33"/>
  </p:handoutMasterIdLst>
  <p:sldIdLst>
    <p:sldId id="257" r:id="rId3"/>
    <p:sldId id="333" r:id="rId4"/>
    <p:sldId id="288" r:id="rId5"/>
    <p:sldId id="292" r:id="rId6"/>
    <p:sldId id="259" r:id="rId7"/>
    <p:sldId id="313" r:id="rId8"/>
    <p:sldId id="314" r:id="rId9"/>
    <p:sldId id="262" r:id="rId10"/>
    <p:sldId id="315" r:id="rId11"/>
    <p:sldId id="265" r:id="rId12"/>
    <p:sldId id="266" r:id="rId13"/>
    <p:sldId id="267" r:id="rId14"/>
    <p:sldId id="268" r:id="rId15"/>
    <p:sldId id="338" r:id="rId16"/>
    <p:sldId id="319" r:id="rId17"/>
    <p:sldId id="339" r:id="rId18"/>
    <p:sldId id="340" r:id="rId19"/>
    <p:sldId id="342" r:id="rId20"/>
    <p:sldId id="344" r:id="rId21"/>
    <p:sldId id="322" r:id="rId22"/>
    <p:sldId id="324" r:id="rId23"/>
    <p:sldId id="325" r:id="rId24"/>
    <p:sldId id="349" r:id="rId25"/>
    <p:sldId id="353" r:id="rId26"/>
    <p:sldId id="278" r:id="rId27"/>
    <p:sldId id="279" r:id="rId28"/>
    <p:sldId id="298" r:id="rId29"/>
    <p:sldId id="281" r:id="rId30"/>
    <p:sldId id="332" r:id="rId31"/>
  </p:sldIdLst>
  <p:sldSz cx="9144000" cy="6858000" type="screen4x3"/>
  <p:notesSz cx="6858000" cy="9144000"/>
  <p:defaultTextStyle>
    <a:defPPr>
      <a:defRPr lang="en-US"/>
    </a:defPPr>
    <a:lvl1pPr algn="l" rtl="0" fontAlgn="base">
      <a:spcBef>
        <a:spcPct val="0"/>
      </a:spcBef>
      <a:spcAft>
        <a:spcPct val="0"/>
      </a:spcAft>
      <a:defRPr sz="2200" kern="1200">
        <a:solidFill>
          <a:schemeClr val="tx1"/>
        </a:solidFill>
        <a:latin typeface="Times New Roman" pitchFamily="18" charset="0"/>
        <a:ea typeface="+mn-ea"/>
        <a:cs typeface="+mn-cs"/>
      </a:defRPr>
    </a:lvl1pPr>
    <a:lvl2pPr marL="457200" algn="l" rtl="0" fontAlgn="base">
      <a:spcBef>
        <a:spcPct val="0"/>
      </a:spcBef>
      <a:spcAft>
        <a:spcPct val="0"/>
      </a:spcAft>
      <a:defRPr sz="2200" kern="1200">
        <a:solidFill>
          <a:schemeClr val="tx1"/>
        </a:solidFill>
        <a:latin typeface="Times New Roman" pitchFamily="18" charset="0"/>
        <a:ea typeface="+mn-ea"/>
        <a:cs typeface="+mn-cs"/>
      </a:defRPr>
    </a:lvl2pPr>
    <a:lvl3pPr marL="914400" algn="l" rtl="0" fontAlgn="base">
      <a:spcBef>
        <a:spcPct val="0"/>
      </a:spcBef>
      <a:spcAft>
        <a:spcPct val="0"/>
      </a:spcAft>
      <a:defRPr sz="2200" kern="1200">
        <a:solidFill>
          <a:schemeClr val="tx1"/>
        </a:solidFill>
        <a:latin typeface="Times New Roman" pitchFamily="18" charset="0"/>
        <a:ea typeface="+mn-ea"/>
        <a:cs typeface="+mn-cs"/>
      </a:defRPr>
    </a:lvl3pPr>
    <a:lvl4pPr marL="1371600" algn="l" rtl="0" fontAlgn="base">
      <a:spcBef>
        <a:spcPct val="0"/>
      </a:spcBef>
      <a:spcAft>
        <a:spcPct val="0"/>
      </a:spcAft>
      <a:defRPr sz="2200" kern="1200">
        <a:solidFill>
          <a:schemeClr val="tx1"/>
        </a:solidFill>
        <a:latin typeface="Times New Roman" pitchFamily="18" charset="0"/>
        <a:ea typeface="+mn-ea"/>
        <a:cs typeface="+mn-cs"/>
      </a:defRPr>
    </a:lvl4pPr>
    <a:lvl5pPr marL="1828800" algn="l" rtl="0" fontAlgn="base">
      <a:spcBef>
        <a:spcPct val="0"/>
      </a:spcBef>
      <a:spcAft>
        <a:spcPct val="0"/>
      </a:spcAft>
      <a:defRPr sz="2200" kern="1200">
        <a:solidFill>
          <a:schemeClr val="tx1"/>
        </a:solidFill>
        <a:latin typeface="Times New Roman" pitchFamily="18" charset="0"/>
        <a:ea typeface="+mn-ea"/>
        <a:cs typeface="+mn-cs"/>
      </a:defRPr>
    </a:lvl5pPr>
    <a:lvl6pPr marL="2286000" algn="l" defTabSz="914400" rtl="0" eaLnBrk="1" latinLnBrk="0" hangingPunct="1">
      <a:defRPr sz="2200" kern="1200">
        <a:solidFill>
          <a:schemeClr val="tx1"/>
        </a:solidFill>
        <a:latin typeface="Times New Roman" pitchFamily="18" charset="0"/>
        <a:ea typeface="+mn-ea"/>
        <a:cs typeface="+mn-cs"/>
      </a:defRPr>
    </a:lvl6pPr>
    <a:lvl7pPr marL="2743200" algn="l" defTabSz="914400" rtl="0" eaLnBrk="1" latinLnBrk="0" hangingPunct="1">
      <a:defRPr sz="2200" kern="1200">
        <a:solidFill>
          <a:schemeClr val="tx1"/>
        </a:solidFill>
        <a:latin typeface="Times New Roman" pitchFamily="18" charset="0"/>
        <a:ea typeface="+mn-ea"/>
        <a:cs typeface="+mn-cs"/>
      </a:defRPr>
    </a:lvl7pPr>
    <a:lvl8pPr marL="3200400" algn="l" defTabSz="914400" rtl="0" eaLnBrk="1" latinLnBrk="0" hangingPunct="1">
      <a:defRPr sz="2200" kern="1200">
        <a:solidFill>
          <a:schemeClr val="tx1"/>
        </a:solidFill>
        <a:latin typeface="Times New Roman" pitchFamily="18" charset="0"/>
        <a:ea typeface="+mn-ea"/>
        <a:cs typeface="+mn-cs"/>
      </a:defRPr>
    </a:lvl8pPr>
    <a:lvl9pPr marL="3657600" algn="l" defTabSz="914400" rtl="0" eaLnBrk="1" latinLnBrk="0" hangingPunct="1">
      <a:defRPr sz="22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chwalbe" initials="k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666699"/>
    <a:srgbClr val="5B53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325" autoAdjust="0"/>
    <p:restoredTop sz="94595" autoAdjust="0"/>
  </p:normalViewPr>
  <p:slideViewPr>
    <p:cSldViewPr>
      <p:cViewPr varScale="1">
        <p:scale>
          <a:sx n="76" d="100"/>
          <a:sy n="76" d="100"/>
        </p:scale>
        <p:origin x="84" y="84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753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commentAuthors" Target="commentAuthor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5939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dirty="0"/>
            </a:lvl1pPr>
          </a:lstStyle>
          <a:p>
            <a:pPr>
              <a:defRPr/>
            </a:pPr>
            <a:endParaRPr lang="en-US" dirty="0"/>
          </a:p>
        </p:txBody>
      </p:sp>
      <p:sp>
        <p:nvSpPr>
          <p:cNvPr id="5939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5939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vl1pPr>
          </a:lstStyle>
          <a:p>
            <a:pPr>
              <a:defRPr/>
            </a:pPr>
            <a:fld id="{4C7AC561-FEF4-4564-B1BB-B4891A40ACD7}" type="slidenum">
              <a:rPr lang="en-US"/>
              <a:pPr>
                <a:defRPr/>
              </a:pPr>
              <a:t>‹#›</a:t>
            </a:fld>
            <a:endParaRPr lang="en-US" dirty="0"/>
          </a:p>
        </p:txBody>
      </p:sp>
    </p:spTree>
    <p:extLst>
      <p:ext uri="{BB962C8B-B14F-4D97-AF65-F5344CB8AC3E}">
        <p14:creationId xmlns:p14="http://schemas.microsoft.com/office/powerpoint/2010/main" val="25629746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3686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dirty="0"/>
            </a:lvl1pPr>
          </a:lstStyle>
          <a:p>
            <a:pPr>
              <a:defRPr/>
            </a:pPr>
            <a:endParaRPr lang="en-US" dirty="0"/>
          </a:p>
        </p:txBody>
      </p:sp>
      <p:sp>
        <p:nvSpPr>
          <p:cNvPr id="5837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686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687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3687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vl1pPr>
          </a:lstStyle>
          <a:p>
            <a:pPr>
              <a:defRPr/>
            </a:pPr>
            <a:fld id="{D4FD6BFF-8DB4-463C-8B03-99A14BC43E25}" type="slidenum">
              <a:rPr lang="en-US"/>
              <a:pPr>
                <a:defRPr/>
              </a:pPr>
              <a:t>‹#›</a:t>
            </a:fld>
            <a:endParaRPr lang="en-US" dirty="0"/>
          </a:p>
        </p:txBody>
      </p:sp>
    </p:spTree>
    <p:extLst>
      <p:ext uri="{BB962C8B-B14F-4D97-AF65-F5344CB8AC3E}">
        <p14:creationId xmlns:p14="http://schemas.microsoft.com/office/powerpoint/2010/main" val="137465637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p:spPr>
        <p:txBody>
          <a:bodyPr/>
          <a:lstStyle/>
          <a:p>
            <a:pPr eaLnBrk="1" hangingPunct="1"/>
            <a:endParaRPr lang="en-US" dirty="0"/>
          </a:p>
        </p:txBody>
      </p:sp>
      <p:sp>
        <p:nvSpPr>
          <p:cNvPr id="59396" name="Slide Number Placeholder 3"/>
          <p:cNvSpPr>
            <a:spLocks noGrp="1"/>
          </p:cNvSpPr>
          <p:nvPr>
            <p:ph type="sldNum" sz="quarter" idx="5"/>
          </p:nvPr>
        </p:nvSpPr>
        <p:spPr>
          <a:noFill/>
        </p:spPr>
        <p:txBody>
          <a:bodyPr/>
          <a:lstStyle/>
          <a:p>
            <a:fld id="{86EC327F-7E80-4D08-B8B0-0F574A3B94BC}" type="slidenum">
              <a:rPr lang="en-US" smtClean="0"/>
              <a:pPr/>
              <a:t>1</a:t>
            </a:fld>
            <a:endParaRPr lang="en-US" dirty="0"/>
          </a:p>
        </p:txBody>
      </p:sp>
    </p:spTree>
    <p:extLst>
      <p:ext uri="{BB962C8B-B14F-4D97-AF65-F5344CB8AC3E}">
        <p14:creationId xmlns:p14="http://schemas.microsoft.com/office/powerpoint/2010/main" val="1095343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1.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hemeOverride" Target="../theme/themeOverride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Information Technology Project Management, Seventh Edition</a:t>
            </a:r>
          </a:p>
        </p:txBody>
      </p:sp>
      <p:sp>
        <p:nvSpPr>
          <p:cNvPr id="6" name="Slide Number Placeholder 5"/>
          <p:cNvSpPr>
            <a:spLocks noGrp="1"/>
          </p:cNvSpPr>
          <p:nvPr>
            <p:ph type="sldNum" sz="quarter" idx="12"/>
          </p:nvPr>
        </p:nvSpPr>
        <p:spPr/>
        <p:txBody>
          <a:bodyPr/>
          <a:lstStyle>
            <a:lvl1pPr>
              <a:defRPr/>
            </a:lvl1pPr>
          </a:lstStyle>
          <a:p>
            <a:pPr>
              <a:defRPr/>
            </a:pPr>
            <a:fld id="{F60968EA-9007-4822-BA5B-1633A4F2287C}"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Information Technology Project Management, Seventh Edition</a:t>
            </a:r>
          </a:p>
        </p:txBody>
      </p:sp>
      <p:sp>
        <p:nvSpPr>
          <p:cNvPr id="6" name="Slide Number Placeholder 5"/>
          <p:cNvSpPr>
            <a:spLocks noGrp="1"/>
          </p:cNvSpPr>
          <p:nvPr>
            <p:ph type="sldNum" sz="quarter" idx="12"/>
          </p:nvPr>
        </p:nvSpPr>
        <p:spPr/>
        <p:txBody>
          <a:bodyPr/>
          <a:lstStyle>
            <a:lvl1pPr>
              <a:defRPr/>
            </a:lvl1pPr>
          </a:lstStyle>
          <a:p>
            <a:pPr>
              <a:defRPr/>
            </a:pPr>
            <a:fld id="{B7B78917-4704-4D78-826B-10DBFDA44206}"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Information Technology Project Management, Seventh Edition</a:t>
            </a:r>
          </a:p>
        </p:txBody>
      </p:sp>
      <p:sp>
        <p:nvSpPr>
          <p:cNvPr id="6" name="Slide Number Placeholder 5"/>
          <p:cNvSpPr>
            <a:spLocks noGrp="1"/>
          </p:cNvSpPr>
          <p:nvPr>
            <p:ph type="sldNum" sz="quarter" idx="12"/>
          </p:nvPr>
        </p:nvSpPr>
        <p:spPr/>
        <p:txBody>
          <a:bodyPr/>
          <a:lstStyle>
            <a:lvl1pPr>
              <a:defRPr/>
            </a:lvl1pPr>
          </a:lstStyle>
          <a:p>
            <a:pPr>
              <a:defRPr/>
            </a:pPr>
            <a:fld id="{E35D66CA-A197-4899-8BDB-4E4DE830BA3F}"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dirty="0"/>
              <a:t>Information Technology Project Management, Seventh Edition</a:t>
            </a:r>
          </a:p>
        </p:txBody>
      </p:sp>
      <p:sp>
        <p:nvSpPr>
          <p:cNvPr id="7" name="Slide Number Placeholder 5"/>
          <p:cNvSpPr>
            <a:spLocks noGrp="1"/>
          </p:cNvSpPr>
          <p:nvPr>
            <p:ph type="sldNum" sz="quarter" idx="12"/>
          </p:nvPr>
        </p:nvSpPr>
        <p:spPr/>
        <p:txBody>
          <a:bodyPr/>
          <a:lstStyle>
            <a:lvl1pPr>
              <a:defRPr/>
            </a:lvl1pPr>
          </a:lstStyle>
          <a:p>
            <a:pPr>
              <a:defRPr/>
            </a:pPr>
            <a:fld id="{8B1D0A2D-0EE2-44ED-A76D-692680691BFE}"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dirty="0"/>
              <a:t>Information Technology Project Management, Seventh Edition</a:t>
            </a:r>
          </a:p>
        </p:txBody>
      </p:sp>
      <p:sp>
        <p:nvSpPr>
          <p:cNvPr id="9" name="Slide Number Placeholder 5"/>
          <p:cNvSpPr>
            <a:spLocks noGrp="1"/>
          </p:cNvSpPr>
          <p:nvPr>
            <p:ph type="sldNum" sz="quarter" idx="12"/>
          </p:nvPr>
        </p:nvSpPr>
        <p:spPr/>
        <p:txBody>
          <a:bodyPr/>
          <a:lstStyle>
            <a:lvl1pPr>
              <a:defRPr/>
            </a:lvl1pPr>
          </a:lstStyle>
          <a:p>
            <a:pPr>
              <a:defRPr/>
            </a:pPr>
            <a:fld id="{5B157F59-2531-410C-9090-B03A8E324DD6}"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dirty="0"/>
              <a:t>Information Technology Project Management, Seventh Edition</a:t>
            </a:r>
          </a:p>
        </p:txBody>
      </p:sp>
      <p:sp>
        <p:nvSpPr>
          <p:cNvPr id="5" name="Slide Number Placeholder 5"/>
          <p:cNvSpPr>
            <a:spLocks noGrp="1"/>
          </p:cNvSpPr>
          <p:nvPr>
            <p:ph type="sldNum" sz="quarter" idx="12"/>
          </p:nvPr>
        </p:nvSpPr>
        <p:spPr/>
        <p:txBody>
          <a:bodyPr/>
          <a:lstStyle>
            <a:lvl1pPr>
              <a:defRPr/>
            </a:lvl1pPr>
          </a:lstStyle>
          <a:p>
            <a:pPr>
              <a:defRPr/>
            </a:pPr>
            <a:fld id="{E92F903F-C465-4A59-A758-30804C0EFDDB}"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dirty="0"/>
              <a:t>Information Technology Project Management, Seventh Edition</a:t>
            </a:r>
          </a:p>
        </p:txBody>
      </p:sp>
      <p:sp>
        <p:nvSpPr>
          <p:cNvPr id="4" name="Slide Number Placeholder 5"/>
          <p:cNvSpPr>
            <a:spLocks noGrp="1"/>
          </p:cNvSpPr>
          <p:nvPr>
            <p:ph type="sldNum" sz="quarter" idx="12"/>
          </p:nvPr>
        </p:nvSpPr>
        <p:spPr/>
        <p:txBody>
          <a:bodyPr/>
          <a:lstStyle>
            <a:lvl1pPr>
              <a:defRPr/>
            </a:lvl1pPr>
          </a:lstStyle>
          <a:p>
            <a:pPr>
              <a:defRPr/>
            </a:pPr>
            <a:fld id="{C4762DBC-F8F3-4C6E-BA80-15F26F72A805}"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dirty="0"/>
              <a:t>Information Technology Project Management, Seventh Edition</a:t>
            </a:r>
          </a:p>
        </p:txBody>
      </p:sp>
      <p:sp>
        <p:nvSpPr>
          <p:cNvPr id="7" name="Slide Number Placeholder 5"/>
          <p:cNvSpPr>
            <a:spLocks noGrp="1"/>
          </p:cNvSpPr>
          <p:nvPr>
            <p:ph type="sldNum" sz="quarter" idx="12"/>
          </p:nvPr>
        </p:nvSpPr>
        <p:spPr/>
        <p:txBody>
          <a:bodyPr/>
          <a:lstStyle>
            <a:lvl1pPr>
              <a:defRPr/>
            </a:lvl1pPr>
          </a:lstStyle>
          <a:p>
            <a:pPr>
              <a:defRPr/>
            </a:pPr>
            <a:fld id="{F9C593FD-BDCF-404E-85EA-10F2C4C4083F}"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dirty="0"/>
              <a:t>Information Technology Project Management, Seventh Edition</a:t>
            </a:r>
          </a:p>
        </p:txBody>
      </p:sp>
      <p:sp>
        <p:nvSpPr>
          <p:cNvPr id="7" name="Slide Number Placeholder 5"/>
          <p:cNvSpPr>
            <a:spLocks noGrp="1"/>
          </p:cNvSpPr>
          <p:nvPr>
            <p:ph type="sldNum" sz="quarter" idx="12"/>
          </p:nvPr>
        </p:nvSpPr>
        <p:spPr/>
        <p:txBody>
          <a:bodyPr/>
          <a:lstStyle>
            <a:lvl1pPr>
              <a:defRPr/>
            </a:lvl1pPr>
          </a:lstStyle>
          <a:p>
            <a:pPr>
              <a:defRPr/>
            </a:pPr>
            <a:fld id="{49269D97-7780-4E3E-B88D-70050D68E3E0}"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Information Technology Project Management, Seventh Edition</a:t>
            </a:r>
          </a:p>
        </p:txBody>
      </p:sp>
      <p:sp>
        <p:nvSpPr>
          <p:cNvPr id="6" name="Slide Number Placeholder 5"/>
          <p:cNvSpPr>
            <a:spLocks noGrp="1"/>
          </p:cNvSpPr>
          <p:nvPr>
            <p:ph type="sldNum" sz="quarter" idx="12"/>
          </p:nvPr>
        </p:nvSpPr>
        <p:spPr/>
        <p:txBody>
          <a:bodyPr/>
          <a:lstStyle>
            <a:lvl1pPr>
              <a:defRPr/>
            </a:lvl1pPr>
          </a:lstStyle>
          <a:p>
            <a:pPr>
              <a:defRPr/>
            </a:pPr>
            <a:fld id="{0C718841-D471-438C-AFD5-3B29A9E32CE2}"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Information Technology Project Management, Seventh Edition</a:t>
            </a:r>
          </a:p>
        </p:txBody>
      </p:sp>
      <p:sp>
        <p:nvSpPr>
          <p:cNvPr id="6" name="Slide Number Placeholder 5"/>
          <p:cNvSpPr>
            <a:spLocks noGrp="1"/>
          </p:cNvSpPr>
          <p:nvPr>
            <p:ph type="sldNum" sz="quarter" idx="12"/>
          </p:nvPr>
        </p:nvSpPr>
        <p:spPr/>
        <p:txBody>
          <a:bodyPr/>
          <a:lstStyle>
            <a:lvl1pPr>
              <a:defRPr/>
            </a:lvl1pPr>
          </a:lstStyle>
          <a:p>
            <a:pPr>
              <a:defRPr/>
            </a:pPr>
            <a:fld id="{B7F7040E-CCEE-43E4-9215-66886D546796}"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ight Triangle 3"/>
          <p:cNvSpPr/>
          <p:nvPr/>
        </p:nvSpPr>
        <p:spPr>
          <a:xfrm>
            <a:off x="0" y="4664075"/>
            <a:ext cx="9150350"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grpSp>
        <p:nvGrpSpPr>
          <p:cNvPr id="2" name="Group 15"/>
          <p:cNvGrpSpPr>
            <a:grpSpLocks/>
          </p:cNvGrpSpPr>
          <p:nvPr/>
        </p:nvGrpSpPr>
        <p:grpSpPr bwMode="auto">
          <a:xfrm>
            <a:off x="-3175" y="4953000"/>
            <a:ext cx="9147175" cy="1911350"/>
            <a:chOff x="-3765" y="4832896"/>
            <a:chExt cx="9147765" cy="2032192"/>
          </a:xfrm>
        </p:grpSpPr>
        <p:sp>
          <p:nvSpPr>
            <p:cNvPr id="6" name="Freeform 5"/>
            <p:cNvSpPr>
              <a:spLocks/>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dirty="0"/>
            </a:p>
          </p:txBody>
        </p:sp>
        <p:sp>
          <p:nvSpPr>
            <p:cNvPr id="7" name="Freeform 6"/>
            <p:cNvSpPr>
              <a:spLocks/>
            </p:cNvSpPr>
            <p:nvPr/>
          </p:nvSpPr>
          <p:spPr bwMode="auto">
            <a:xfrm>
              <a:off x="35926" y="5135025"/>
              <a:ext cx="9108074" cy="838869"/>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dirty="0"/>
            </a:p>
          </p:txBody>
        </p:sp>
        <p:sp>
          <p:nvSpPr>
            <p:cNvPr id="8" name="Freeform 7"/>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cxnSp>
          <p:nvCxnSpPr>
            <p:cNvPr id="10" name="Straight Connector 9"/>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9" name="Title 8"/>
          <p:cNvSpPr>
            <a:spLocks noGrp="1"/>
          </p:cNvSpPr>
          <p:nvPr>
            <p:ph type="ctrTitle"/>
          </p:nvPr>
        </p:nvSpPr>
        <p:spPr>
          <a:xfrm>
            <a:off x="685800" y="1752601"/>
            <a:ext cx="7772400" cy="1829761"/>
          </a:xfrm>
        </p:spPr>
        <p:txBody>
          <a:bodyPr anchor="b"/>
          <a:lstStyle>
            <a:lvl1pPr algn="r">
              <a:defRPr sz="4800" b="1">
                <a:solidFill>
                  <a:schemeClr val="tx2"/>
                </a:solidFill>
                <a:effectLst>
                  <a:outerShdw blurRad="31750" dist="25400" dir="5400000" algn="tl" rotWithShape="0">
                    <a:srgbClr val="000000">
                      <a:alpha val="25000"/>
                    </a:srgbClr>
                  </a:outerShdw>
                </a:effectLst>
              </a:defRPr>
            </a:lvl1pPr>
            <a:extLst/>
          </a:lstStyle>
          <a:p>
            <a:r>
              <a:rPr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a:t>Click to edit Master subtitle style</a:t>
            </a:r>
          </a:p>
        </p:txBody>
      </p:sp>
      <p:sp>
        <p:nvSpPr>
          <p:cNvPr id="11" name="Date Placeholder 29"/>
          <p:cNvSpPr>
            <a:spLocks noGrp="1"/>
          </p:cNvSpPr>
          <p:nvPr>
            <p:ph type="dt" sz="half" idx="10"/>
          </p:nvPr>
        </p:nvSpPr>
        <p:spPr/>
        <p:txBody>
          <a:bodyPr/>
          <a:lstStyle>
            <a:lvl1pPr>
              <a:defRPr>
                <a:solidFill>
                  <a:srgbClr val="FFFFFF"/>
                </a:solidFill>
              </a:defRPr>
            </a:lvl1pPr>
            <a:extLst/>
          </a:lstStyle>
          <a:p>
            <a:pPr>
              <a:defRPr/>
            </a:pPr>
            <a:endParaRPr lang="en-US" dirty="0"/>
          </a:p>
        </p:txBody>
      </p:sp>
      <p:sp>
        <p:nvSpPr>
          <p:cNvPr id="12" name="Footer Placeholder 18"/>
          <p:cNvSpPr>
            <a:spLocks noGrp="1"/>
          </p:cNvSpPr>
          <p:nvPr>
            <p:ph type="ftr" sz="quarter" idx="11"/>
          </p:nvPr>
        </p:nvSpPr>
        <p:spPr/>
        <p:txBody>
          <a:bodyPr/>
          <a:lstStyle>
            <a:lvl1pPr>
              <a:defRPr>
                <a:solidFill>
                  <a:schemeClr val="accent1">
                    <a:tint val="20000"/>
                  </a:schemeClr>
                </a:solidFill>
              </a:defRPr>
            </a:lvl1pPr>
            <a:extLst/>
          </a:lstStyle>
          <a:p>
            <a:pPr>
              <a:defRPr/>
            </a:pPr>
            <a:r>
              <a:rPr lang="en-US" dirty="0"/>
              <a:t>Information Technology Project Management, Seventh Edition</a:t>
            </a:r>
          </a:p>
        </p:txBody>
      </p:sp>
      <p:sp>
        <p:nvSpPr>
          <p:cNvPr id="13" name="Slide Number Placeholder 26"/>
          <p:cNvSpPr>
            <a:spLocks noGrp="1"/>
          </p:cNvSpPr>
          <p:nvPr>
            <p:ph type="sldNum" sz="quarter" idx="12"/>
          </p:nvPr>
        </p:nvSpPr>
        <p:spPr/>
        <p:txBody>
          <a:bodyPr/>
          <a:lstStyle>
            <a:lvl1pPr>
              <a:defRPr>
                <a:solidFill>
                  <a:srgbClr val="FFFFFF"/>
                </a:solidFill>
              </a:defRPr>
            </a:lvl1pPr>
            <a:extLst/>
          </a:lstStyle>
          <a:p>
            <a:pPr>
              <a:defRPr/>
            </a:pPr>
            <a:fld id="{B07F9D3B-BD25-4DCF-AF32-D3854EEF4F1D}" type="slidenum">
              <a:rPr lang="en-US" smtClean="0"/>
              <a:pPr>
                <a:defRPr/>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Footer Placeholder 21"/>
          <p:cNvSpPr txBox="1">
            <a:spLocks/>
          </p:cNvSpPr>
          <p:nvPr/>
        </p:nvSpPr>
        <p:spPr>
          <a:xfrm>
            <a:off x="5486400" y="6492875"/>
            <a:ext cx="1600200" cy="365125"/>
          </a:xfrm>
          <a:prstGeom prst="rect">
            <a:avLst/>
          </a:prstGeom>
        </p:spPr>
        <p:txBody>
          <a:bodyPr anchor="b"/>
          <a:lstStyle>
            <a:lvl1pPr algn="l">
              <a:buFontTx/>
              <a:buNone/>
              <a:defRPr smtClean="0"/>
            </a:lvl1pPr>
          </a:lstStyle>
          <a:p>
            <a:pPr>
              <a:defRPr/>
            </a:pPr>
            <a:r>
              <a:rPr lang="en-US" sz="1200" dirty="0">
                <a:latin typeface="+mn-lt"/>
              </a:rPr>
              <a:t>Copyright 2014</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6"/>
          <p:cNvSpPr>
            <a:spLocks noGrp="1"/>
          </p:cNvSpPr>
          <p:nvPr>
            <p:ph type="title"/>
          </p:nvPr>
        </p:nvSpPr>
        <p:spPr/>
        <p:txBody>
          <a:bodyPr rtlCol="0"/>
          <a:lstStyle/>
          <a:p>
            <a:r>
              <a:rPr lang="en-US"/>
              <a:t>Click to edit Master title style</a:t>
            </a:r>
            <a:endParaRPr lang="en-US" dirty="0"/>
          </a:p>
        </p:txBody>
      </p:sp>
      <p:sp>
        <p:nvSpPr>
          <p:cNvPr id="5" name="Footer Placeholder 21"/>
          <p:cNvSpPr>
            <a:spLocks noGrp="1"/>
          </p:cNvSpPr>
          <p:nvPr>
            <p:ph type="ftr" sz="quarter" idx="10"/>
          </p:nvPr>
        </p:nvSpPr>
        <p:spPr>
          <a:xfrm>
            <a:off x="0" y="6492875"/>
            <a:ext cx="2590800" cy="365125"/>
          </a:xfrm>
        </p:spPr>
        <p:txBody>
          <a:bodyPr/>
          <a:lstStyle>
            <a:lvl1pPr algn="l">
              <a:buFontTx/>
              <a:buNone/>
              <a:defRPr sz="1200">
                <a:latin typeface="+mn-lt"/>
              </a:defRPr>
            </a:lvl1pPr>
          </a:lstStyle>
          <a:p>
            <a:pPr>
              <a:defRPr/>
            </a:pPr>
            <a:r>
              <a:rPr lang="en-US" dirty="0"/>
              <a:t>Information Technology Project Management, Seventh Edition</a:t>
            </a:r>
          </a:p>
        </p:txBody>
      </p:sp>
      <p:sp>
        <p:nvSpPr>
          <p:cNvPr id="6" name="Slide Number Placeholder 17"/>
          <p:cNvSpPr>
            <a:spLocks noGrp="1"/>
          </p:cNvSpPr>
          <p:nvPr>
            <p:ph type="sldNum" sz="quarter" idx="11"/>
          </p:nvPr>
        </p:nvSpPr>
        <p:spPr>
          <a:xfrm>
            <a:off x="8588375" y="6492875"/>
            <a:ext cx="555625" cy="365125"/>
          </a:xfrm>
        </p:spPr>
        <p:txBody>
          <a:bodyPr/>
          <a:lstStyle>
            <a:lvl1pPr>
              <a:buFontTx/>
              <a:buNone/>
              <a:defRPr sz="1200">
                <a:latin typeface="+mn-lt"/>
              </a:defRPr>
            </a:lvl1pPr>
          </a:lstStyle>
          <a:p>
            <a:pPr>
              <a:defRPr/>
            </a:pPr>
            <a:fld id="{1F8276A5-8D43-491D-83BE-00FCABAA1517}" type="slidenum">
              <a:rPr lang="en-US" smtClean="0"/>
              <a:pPr>
                <a:defRPr/>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4" name="Chevron 3"/>
          <p:cNvSpPr/>
          <p:nvPr/>
        </p:nvSpPr>
        <p:spPr>
          <a:xfrm>
            <a:off x="3636963" y="3005138"/>
            <a:ext cx="182562"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dirty="0"/>
          </a:p>
        </p:txBody>
      </p:sp>
      <p:sp>
        <p:nvSpPr>
          <p:cNvPr id="5" name="Chevron 4"/>
          <p:cNvSpPr/>
          <p:nvPr/>
        </p:nvSpPr>
        <p:spPr>
          <a:xfrm>
            <a:off x="3449638" y="3005138"/>
            <a:ext cx="18415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dirty="0"/>
          </a:p>
        </p:txBody>
      </p:sp>
      <p:sp>
        <p:nvSpPr>
          <p:cNvPr id="2" name="Title 1"/>
          <p:cNvSpPr>
            <a:spLocks noGrp="1"/>
          </p:cNvSpPr>
          <p:nvPr>
            <p:ph type="title"/>
          </p:nvPr>
        </p:nvSpPr>
        <p:spPr>
          <a:xfrm>
            <a:off x="722376" y="1059712"/>
            <a:ext cx="7772400" cy="1828800"/>
          </a:xfrm>
        </p:spPr>
        <p:txBody>
          <a:bodyPr anchor="b"/>
          <a:lstStyle>
            <a:lvl1pPr algn="r">
              <a:buNone/>
              <a:defRPr sz="4800" b="1" cap="none" baseline="0">
                <a:effectLst>
                  <a:outerShdw blurRad="31750" dist="25400" dir="5400000" algn="tl" rotWithShape="0">
                    <a:srgbClr val="000000">
                      <a:alpha val="25000"/>
                    </a:srgbClr>
                  </a:outerShdw>
                </a:effectLst>
              </a:defRPr>
            </a:lvl1pPr>
            <a:extLst/>
          </a:lstStyle>
          <a:p>
            <a:r>
              <a:rPr lang="en-US"/>
              <a:t>Click to edit Master title style</a:t>
            </a:r>
          </a:p>
        </p:txBody>
      </p:sp>
      <p:sp>
        <p:nvSpPr>
          <p:cNvPr id="3" name="Text Placeholder 2"/>
          <p:cNvSpPr>
            <a:spLocks noGrp="1"/>
          </p:cNvSpPr>
          <p:nvPr>
            <p:ph type="body" idx="1"/>
          </p:nvPr>
        </p:nvSpPr>
        <p:spPr>
          <a:xfrm>
            <a:off x="3922713" y="2931712"/>
            <a:ext cx="4572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a:t>Click to edit Master text styles</a:t>
            </a:r>
          </a:p>
        </p:txBody>
      </p:sp>
      <p:sp>
        <p:nvSpPr>
          <p:cNvPr id="6" name="Date Placeholder 3"/>
          <p:cNvSpPr>
            <a:spLocks noGrp="1"/>
          </p:cNvSpPr>
          <p:nvPr>
            <p:ph type="dt" sz="half" idx="10"/>
          </p:nvPr>
        </p:nvSpPr>
        <p:spPr/>
        <p:txBody>
          <a:bodyPr/>
          <a:lstStyle>
            <a:lvl1pPr>
              <a:defRPr/>
            </a:lvl1pPr>
            <a:extLst/>
          </a:lstStyle>
          <a:p>
            <a:pPr>
              <a:defRPr/>
            </a:pPr>
            <a:endParaRPr lang="en-US" dirty="0"/>
          </a:p>
        </p:txBody>
      </p:sp>
      <p:sp>
        <p:nvSpPr>
          <p:cNvPr id="7" name="Footer Placeholder 4"/>
          <p:cNvSpPr>
            <a:spLocks noGrp="1"/>
          </p:cNvSpPr>
          <p:nvPr>
            <p:ph type="ftr" sz="quarter" idx="11"/>
          </p:nvPr>
        </p:nvSpPr>
        <p:spPr/>
        <p:txBody>
          <a:bodyPr/>
          <a:lstStyle>
            <a:lvl1pPr>
              <a:defRPr/>
            </a:lvl1pPr>
            <a:extLst/>
          </a:lstStyle>
          <a:p>
            <a:pPr>
              <a:defRPr/>
            </a:pPr>
            <a:r>
              <a:rPr lang="en-US" dirty="0"/>
              <a:t>Information Technology Project Management, Seventh Edition</a:t>
            </a:r>
          </a:p>
        </p:txBody>
      </p:sp>
      <p:sp>
        <p:nvSpPr>
          <p:cNvPr id="8" name="Slide Number Placeholder 5"/>
          <p:cNvSpPr>
            <a:spLocks noGrp="1"/>
          </p:cNvSpPr>
          <p:nvPr>
            <p:ph type="sldNum" sz="quarter" idx="12"/>
          </p:nvPr>
        </p:nvSpPr>
        <p:spPr/>
        <p:txBody>
          <a:bodyPr/>
          <a:lstStyle>
            <a:lvl1pPr>
              <a:defRPr/>
            </a:lvl1pPr>
            <a:extLst/>
          </a:lstStyle>
          <a:p>
            <a:pPr>
              <a:defRPr/>
            </a:pPr>
            <a:fld id="{3CDB78CB-3422-490B-B33A-0EFCD59A8AA8}"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7"/>
          <p:cNvSpPr>
            <a:spLocks noGrp="1"/>
          </p:cNvSpPr>
          <p:nvPr>
            <p:ph type="title"/>
          </p:nvPr>
        </p:nvSpPr>
        <p:spPr/>
        <p:txBody>
          <a:bodyPr rtlCol="0"/>
          <a:lstStyle/>
          <a:p>
            <a:r>
              <a:rPr lang="en-US"/>
              <a:t>Click to edit Master title style</a:t>
            </a:r>
          </a:p>
        </p:txBody>
      </p:sp>
      <p:sp>
        <p:nvSpPr>
          <p:cNvPr id="5" name="Date Placeholder 4"/>
          <p:cNvSpPr>
            <a:spLocks noGrp="1"/>
          </p:cNvSpPr>
          <p:nvPr>
            <p:ph type="dt" sz="half" idx="10"/>
          </p:nvPr>
        </p:nvSpPr>
        <p:spPr/>
        <p:txBody>
          <a:bodyPr/>
          <a:lstStyle>
            <a:lvl1pPr>
              <a:defRPr/>
            </a:lvl1pPr>
            <a:extLst/>
          </a:lstStyle>
          <a:p>
            <a:pPr>
              <a:defRPr/>
            </a:pPr>
            <a:endParaRPr lang="en-US" dirty="0"/>
          </a:p>
        </p:txBody>
      </p:sp>
      <p:sp>
        <p:nvSpPr>
          <p:cNvPr id="6" name="Footer Placeholder 5"/>
          <p:cNvSpPr>
            <a:spLocks noGrp="1"/>
          </p:cNvSpPr>
          <p:nvPr>
            <p:ph type="ftr" sz="quarter" idx="11"/>
          </p:nvPr>
        </p:nvSpPr>
        <p:spPr/>
        <p:txBody>
          <a:bodyPr/>
          <a:lstStyle>
            <a:lvl1pPr>
              <a:defRPr/>
            </a:lvl1pPr>
            <a:extLst/>
          </a:lstStyle>
          <a:p>
            <a:pPr>
              <a:defRPr/>
            </a:pPr>
            <a:r>
              <a:rPr lang="en-US" dirty="0"/>
              <a:t>Information Technology Project Management, Seventh Edition</a:t>
            </a:r>
          </a:p>
        </p:txBody>
      </p:sp>
      <p:sp>
        <p:nvSpPr>
          <p:cNvPr id="7" name="Slide Number Placeholder 6"/>
          <p:cNvSpPr>
            <a:spLocks noGrp="1"/>
          </p:cNvSpPr>
          <p:nvPr>
            <p:ph type="sldNum" sz="quarter" idx="12"/>
          </p:nvPr>
        </p:nvSpPr>
        <p:spPr/>
        <p:txBody>
          <a:bodyPr/>
          <a:lstStyle>
            <a:lvl1pPr>
              <a:defRPr/>
            </a:lvl1pPr>
            <a:extLst/>
          </a:lstStyle>
          <a:p>
            <a:pPr>
              <a:defRPr/>
            </a:pPr>
            <a:fld id="{0AD20D06-D837-4474-A924-C0EEF7F63047}"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lstStyle>
            <a:lvl1pPr>
              <a:defRPr/>
            </a:lvl1pPr>
            <a:extLst/>
          </a:lstStyle>
          <a:p>
            <a:r>
              <a:rPr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extLst/>
          </a:lstStyle>
          <a:p>
            <a:pPr>
              <a:defRPr/>
            </a:pPr>
            <a:endParaRPr lang="en-US" dirty="0"/>
          </a:p>
        </p:txBody>
      </p:sp>
      <p:sp>
        <p:nvSpPr>
          <p:cNvPr id="8" name="Footer Placeholder 7"/>
          <p:cNvSpPr>
            <a:spLocks noGrp="1"/>
          </p:cNvSpPr>
          <p:nvPr>
            <p:ph type="ftr" sz="quarter" idx="11"/>
          </p:nvPr>
        </p:nvSpPr>
        <p:spPr/>
        <p:txBody>
          <a:bodyPr/>
          <a:lstStyle>
            <a:lvl1pPr>
              <a:defRPr/>
            </a:lvl1pPr>
            <a:extLst/>
          </a:lstStyle>
          <a:p>
            <a:pPr>
              <a:defRPr/>
            </a:pPr>
            <a:r>
              <a:rPr lang="en-US" dirty="0"/>
              <a:t>Information Technology Project Management, Seventh Edition</a:t>
            </a:r>
          </a:p>
        </p:txBody>
      </p:sp>
      <p:sp>
        <p:nvSpPr>
          <p:cNvPr id="9" name="Slide Number Placeholder 8"/>
          <p:cNvSpPr>
            <a:spLocks noGrp="1"/>
          </p:cNvSpPr>
          <p:nvPr>
            <p:ph type="sldNum" sz="quarter" idx="12"/>
          </p:nvPr>
        </p:nvSpPr>
        <p:spPr/>
        <p:txBody>
          <a:bodyPr/>
          <a:lstStyle>
            <a:lvl1pPr>
              <a:defRPr/>
            </a:lvl1pPr>
            <a:extLst/>
          </a:lstStyle>
          <a:p>
            <a:pPr>
              <a:defRPr/>
            </a:pPr>
            <a:fld id="{A8C7087B-5585-4BF4-877F-DCE878DD0A5A}" type="slidenum">
              <a:rPr lang="en-US" smtClean="0"/>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6" name="Title 5"/>
          <p:cNvSpPr>
            <a:spLocks noGrp="1"/>
          </p:cNvSpPr>
          <p:nvPr>
            <p:ph type="title"/>
          </p:nvPr>
        </p:nvSpPr>
        <p:spPr/>
        <p:txBody>
          <a:bodyPr rtlCol="0"/>
          <a:lstStyle/>
          <a:p>
            <a:r>
              <a:rPr lang="en-US"/>
              <a:t>Click to edit Master title style</a:t>
            </a:r>
          </a:p>
        </p:txBody>
      </p:sp>
      <p:sp>
        <p:nvSpPr>
          <p:cNvPr id="3" name="Date Placeholder 2"/>
          <p:cNvSpPr>
            <a:spLocks noGrp="1"/>
          </p:cNvSpPr>
          <p:nvPr>
            <p:ph type="dt" sz="half" idx="10"/>
          </p:nvPr>
        </p:nvSpPr>
        <p:spPr/>
        <p:txBody>
          <a:bodyPr/>
          <a:lstStyle>
            <a:lvl1pPr>
              <a:defRPr/>
            </a:lvl1pPr>
            <a:extLst/>
          </a:lstStyle>
          <a:p>
            <a:pPr>
              <a:defRPr/>
            </a:pPr>
            <a:endParaRPr lang="en-US" dirty="0"/>
          </a:p>
        </p:txBody>
      </p:sp>
      <p:sp>
        <p:nvSpPr>
          <p:cNvPr id="4" name="Footer Placeholder 3"/>
          <p:cNvSpPr>
            <a:spLocks noGrp="1"/>
          </p:cNvSpPr>
          <p:nvPr>
            <p:ph type="ftr" sz="quarter" idx="11"/>
          </p:nvPr>
        </p:nvSpPr>
        <p:spPr/>
        <p:txBody>
          <a:bodyPr/>
          <a:lstStyle>
            <a:lvl1pPr>
              <a:defRPr/>
            </a:lvl1pPr>
            <a:extLst/>
          </a:lstStyle>
          <a:p>
            <a:pPr>
              <a:defRPr/>
            </a:pPr>
            <a:r>
              <a:rPr lang="en-US" dirty="0"/>
              <a:t>Information Technology Project Management, Seventh Edition</a:t>
            </a:r>
          </a:p>
        </p:txBody>
      </p:sp>
      <p:sp>
        <p:nvSpPr>
          <p:cNvPr id="5" name="Slide Number Placeholder 4"/>
          <p:cNvSpPr>
            <a:spLocks noGrp="1"/>
          </p:cNvSpPr>
          <p:nvPr>
            <p:ph type="sldNum" sz="quarter" idx="12"/>
          </p:nvPr>
        </p:nvSpPr>
        <p:spPr/>
        <p:txBody>
          <a:bodyPr/>
          <a:lstStyle>
            <a:lvl1pPr>
              <a:defRPr/>
            </a:lvl1pPr>
            <a:extLst/>
          </a:lstStyle>
          <a:p>
            <a:pPr>
              <a:defRPr/>
            </a:pPr>
            <a:fld id="{74627A9B-B1EF-4088-9195-D95AFC8BA39B}"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endParaRPr lang="en-US" dirty="0"/>
          </a:p>
        </p:txBody>
      </p:sp>
      <p:sp>
        <p:nvSpPr>
          <p:cNvPr id="3" name="Footer Placeholder 21"/>
          <p:cNvSpPr>
            <a:spLocks noGrp="1"/>
          </p:cNvSpPr>
          <p:nvPr>
            <p:ph type="ftr" sz="quarter" idx="11"/>
          </p:nvPr>
        </p:nvSpPr>
        <p:spPr/>
        <p:txBody>
          <a:bodyPr/>
          <a:lstStyle>
            <a:lvl1pPr>
              <a:defRPr/>
            </a:lvl1pPr>
          </a:lstStyle>
          <a:p>
            <a:pPr>
              <a:defRPr/>
            </a:pPr>
            <a:r>
              <a:rPr lang="en-US" dirty="0"/>
              <a:t>Information Technology Project Management, Seventh Edition</a:t>
            </a:r>
          </a:p>
        </p:txBody>
      </p:sp>
      <p:sp>
        <p:nvSpPr>
          <p:cNvPr id="4" name="Slide Number Placeholder 17"/>
          <p:cNvSpPr>
            <a:spLocks noGrp="1"/>
          </p:cNvSpPr>
          <p:nvPr>
            <p:ph type="sldNum" sz="quarter" idx="12"/>
          </p:nvPr>
        </p:nvSpPr>
        <p:spPr/>
        <p:txBody>
          <a:bodyPr/>
          <a:lstStyle>
            <a:lvl1pPr>
              <a:defRPr/>
            </a:lvl1pPr>
          </a:lstStyle>
          <a:p>
            <a:pPr>
              <a:defRPr/>
            </a:pPr>
            <a:fld id="{192A033E-8EDD-4339-B466-9532F96458E1}" type="slidenum">
              <a:rPr lang="en-US" smtClean="0"/>
              <a:pPr>
                <a:defRPr/>
              </a:pPr>
              <a:t>‹#›</a:t>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anchor="t">
            <a:noAutofit/>
            <a:sp3d prstMaterial="softEdge">
              <a:bevelT w="0" h="0"/>
            </a:sp3d>
          </a:bodyPr>
          <a:lstStyle>
            <a:lvl1pPr algn="r">
              <a:buNone/>
              <a:defRPr sz="2500" b="0">
                <a:solidFill>
                  <a:schemeClr val="accent1"/>
                </a:solidFill>
                <a:effectLst/>
              </a:defRPr>
            </a:lvl1pPr>
            <a:extLst/>
          </a:lstStyle>
          <a:p>
            <a:r>
              <a:rPr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a:r>
              <a:rPr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extLst/>
          </a:lstStyle>
          <a:p>
            <a:pPr>
              <a:defRPr/>
            </a:pPr>
            <a:endParaRPr lang="en-US" dirty="0"/>
          </a:p>
        </p:txBody>
      </p:sp>
      <p:sp>
        <p:nvSpPr>
          <p:cNvPr id="6" name="Footer Placeholder 5"/>
          <p:cNvSpPr>
            <a:spLocks noGrp="1"/>
          </p:cNvSpPr>
          <p:nvPr>
            <p:ph type="ftr" sz="quarter" idx="11"/>
          </p:nvPr>
        </p:nvSpPr>
        <p:spPr/>
        <p:txBody>
          <a:bodyPr/>
          <a:lstStyle>
            <a:lvl1pPr>
              <a:defRPr/>
            </a:lvl1pPr>
            <a:extLst/>
          </a:lstStyle>
          <a:p>
            <a:pPr>
              <a:defRPr/>
            </a:pPr>
            <a:r>
              <a:rPr lang="en-US" dirty="0"/>
              <a:t>Information Technology Project Management, Seventh Edition</a:t>
            </a:r>
          </a:p>
        </p:txBody>
      </p:sp>
      <p:sp>
        <p:nvSpPr>
          <p:cNvPr id="7" name="Slide Number Placeholder 6"/>
          <p:cNvSpPr>
            <a:spLocks noGrp="1"/>
          </p:cNvSpPr>
          <p:nvPr>
            <p:ph type="sldNum" sz="quarter" idx="12"/>
          </p:nvPr>
        </p:nvSpPr>
        <p:spPr/>
        <p:txBody>
          <a:bodyPr/>
          <a:lstStyle>
            <a:lvl1pPr>
              <a:defRPr/>
            </a:lvl1pPr>
            <a:extLst/>
          </a:lstStyle>
          <a:p>
            <a:pPr>
              <a:defRPr/>
            </a:pPr>
            <a:fld id="{749969FD-CB8E-48F9-A41B-0AACA2151B83}" type="slidenum">
              <a:rPr lang="en-US" smtClean="0"/>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5" name="Freeform 4"/>
          <p:cNvSpPr>
            <a:spLocks/>
          </p:cNvSpPr>
          <p:nvPr/>
        </p:nvSpPr>
        <p:spPr bwMode="auto">
          <a:xfrm>
            <a:off x="715963" y="5002213"/>
            <a:ext cx="3802062" cy="144303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dirty="0"/>
          </a:p>
        </p:txBody>
      </p:sp>
      <p:sp>
        <p:nvSpPr>
          <p:cNvPr id="6" name="Freeform 5"/>
          <p:cNvSpPr>
            <a:spLocks/>
          </p:cNvSpPr>
          <p:nvPr/>
        </p:nvSpPr>
        <p:spPr bwMode="auto">
          <a:xfrm>
            <a:off x="-53975" y="5784850"/>
            <a:ext cx="380206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dirty="0"/>
          </a:p>
        </p:txBody>
      </p:sp>
      <p:sp>
        <p:nvSpPr>
          <p:cNvPr id="7" name="Right Triangle 6"/>
          <p:cNvSpPr>
            <a:spLocks/>
          </p:cNvSpPr>
          <p:nvPr/>
        </p:nvSpPr>
        <p:spPr bwMode="auto">
          <a:xfrm>
            <a:off x="-6042" y="5791253"/>
            <a:ext cx="3402314" cy="1080868"/>
          </a:xfrm>
          <a:prstGeom prst="rtTriangle">
            <a:avLst/>
          </a:prstGeom>
          <a:blipFill>
            <a:blip r:embed="rId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cxnSp>
        <p:nvCxnSpPr>
          <p:cNvPr id="8" name="Straight Connector 7"/>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Chevron 8"/>
          <p:cNvSpPr/>
          <p:nvPr/>
        </p:nvSpPr>
        <p:spPr>
          <a:xfrm>
            <a:off x="8664575"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dirty="0"/>
          </a:p>
        </p:txBody>
      </p:sp>
      <p:sp>
        <p:nvSpPr>
          <p:cNvPr id="10" name="Chevron 9"/>
          <p:cNvSpPr/>
          <p:nvPr/>
        </p:nvSpPr>
        <p:spPr>
          <a:xfrm>
            <a:off x="8477250"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dirty="0"/>
          </a:p>
        </p:txBody>
      </p:sp>
      <p:sp>
        <p:nvSpPr>
          <p:cNvPr id="4" name="Text Placeholder 3"/>
          <p:cNvSpPr>
            <a:spLocks noGrp="1"/>
          </p:cNvSpPr>
          <p:nvPr>
            <p:ph type="body" sz="half" idx="2"/>
          </p:nvPr>
        </p:nvSpPr>
        <p:spPr>
          <a:xfrm>
            <a:off x="1141232" y="5443402"/>
            <a:ext cx="7162800" cy="648232"/>
          </a:xfrm>
          <a:noFill/>
        </p:spPr>
        <p:txBody>
          <a:bodyPr tIns="0"/>
          <a:lstStyle>
            <a:lvl1pPr marL="0" marR="18288" indent="0" algn="r">
              <a:buNone/>
              <a:defRPr sz="1400"/>
            </a:lvl1pPr>
            <a:lvl2pPr>
              <a:defRPr sz="1200"/>
            </a:lvl2pPr>
            <a:lvl3pPr>
              <a:defRPr sz="1000"/>
            </a:lvl3pPr>
            <a:lvl4pPr>
              <a:defRPr sz="900"/>
            </a:lvl4pPr>
            <a:lvl5pPr>
              <a:defRPr sz="900"/>
            </a:lvl5pPr>
            <a:extLst/>
          </a:lstStyle>
          <a:p>
            <a:pPr lvl="0"/>
            <a:r>
              <a:rPr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extLst/>
          </a:lstStyle>
          <a:p>
            <a:pPr lvl="0"/>
            <a:r>
              <a:rPr lang="en-US" noProof="0" dirty="0"/>
              <a:t>Click icon to add picture</a:t>
            </a:r>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lang="en-US"/>
              <a:t>Click to edit Master title style</a:t>
            </a:r>
          </a:p>
        </p:txBody>
      </p:sp>
      <p:sp>
        <p:nvSpPr>
          <p:cNvPr id="11" name="Date Placeholder 4"/>
          <p:cNvSpPr>
            <a:spLocks noGrp="1"/>
          </p:cNvSpPr>
          <p:nvPr>
            <p:ph type="dt" sz="half" idx="10"/>
          </p:nvPr>
        </p:nvSpPr>
        <p:spPr/>
        <p:txBody>
          <a:bodyPr/>
          <a:lstStyle>
            <a:lvl1pPr>
              <a:defRPr>
                <a:solidFill>
                  <a:schemeClr val="tx1"/>
                </a:solidFill>
              </a:defRPr>
            </a:lvl1pPr>
            <a:extLst/>
          </a:lstStyle>
          <a:p>
            <a:pPr>
              <a:defRPr/>
            </a:pPr>
            <a:endParaRPr lang="en-US" dirty="0"/>
          </a:p>
        </p:txBody>
      </p:sp>
      <p:sp>
        <p:nvSpPr>
          <p:cNvPr id="12" name="Footer Placeholder 5"/>
          <p:cNvSpPr>
            <a:spLocks noGrp="1"/>
          </p:cNvSpPr>
          <p:nvPr>
            <p:ph type="ftr" sz="quarter" idx="11"/>
          </p:nvPr>
        </p:nvSpPr>
        <p:spPr/>
        <p:txBody>
          <a:bodyPr/>
          <a:lstStyle>
            <a:lvl1pPr>
              <a:defRPr>
                <a:solidFill>
                  <a:schemeClr val="tx1"/>
                </a:solidFill>
              </a:defRPr>
            </a:lvl1pPr>
            <a:extLst/>
          </a:lstStyle>
          <a:p>
            <a:pPr>
              <a:defRPr/>
            </a:pPr>
            <a:r>
              <a:rPr lang="en-US" dirty="0"/>
              <a:t>Information Technology Project Management, Seventh Edition</a:t>
            </a:r>
          </a:p>
        </p:txBody>
      </p:sp>
      <p:sp>
        <p:nvSpPr>
          <p:cNvPr id="13" name="Slide Number Placeholder 6"/>
          <p:cNvSpPr>
            <a:spLocks noGrp="1"/>
          </p:cNvSpPr>
          <p:nvPr>
            <p:ph type="sldNum" sz="quarter" idx="12"/>
          </p:nvPr>
        </p:nvSpPr>
        <p:spPr/>
        <p:txBody>
          <a:bodyPr/>
          <a:lstStyle>
            <a:lvl1pPr>
              <a:defRPr>
                <a:solidFill>
                  <a:schemeClr val="tx1"/>
                </a:solidFill>
              </a:defRPr>
            </a:lvl1pPr>
            <a:extLst/>
          </a:lstStyle>
          <a:p>
            <a:pPr>
              <a:defRPr/>
            </a:pPr>
            <a:fld id="{F1540E53-27DF-44E5-9BF4-BA90E52A7533}"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endParaRPr lang="en-US" dirty="0"/>
          </a:p>
        </p:txBody>
      </p:sp>
      <p:sp>
        <p:nvSpPr>
          <p:cNvPr id="5" name="Footer Placeholder 21"/>
          <p:cNvSpPr>
            <a:spLocks noGrp="1"/>
          </p:cNvSpPr>
          <p:nvPr>
            <p:ph type="ftr" sz="quarter" idx="11"/>
          </p:nvPr>
        </p:nvSpPr>
        <p:spPr/>
        <p:txBody>
          <a:bodyPr/>
          <a:lstStyle>
            <a:lvl1pPr>
              <a:defRPr/>
            </a:lvl1pPr>
          </a:lstStyle>
          <a:p>
            <a:pPr>
              <a:defRPr/>
            </a:pPr>
            <a:r>
              <a:rPr lang="en-US" dirty="0"/>
              <a:t>Information Technology Project Management, Seventh Edition</a:t>
            </a:r>
          </a:p>
        </p:txBody>
      </p:sp>
      <p:sp>
        <p:nvSpPr>
          <p:cNvPr id="6" name="Slide Number Placeholder 17"/>
          <p:cNvSpPr>
            <a:spLocks noGrp="1"/>
          </p:cNvSpPr>
          <p:nvPr>
            <p:ph type="sldNum" sz="quarter" idx="12"/>
          </p:nvPr>
        </p:nvSpPr>
        <p:spPr/>
        <p:txBody>
          <a:bodyPr/>
          <a:lstStyle>
            <a:lvl1pPr>
              <a:defRPr/>
            </a:lvl1pPr>
          </a:lstStyle>
          <a:p>
            <a:pPr>
              <a:defRPr/>
            </a:pPr>
            <a:fld id="{59133165-E992-4DBA-A9ED-59178CD6CF3A}" type="slidenum">
              <a:rPr lang="en-US" smtClean="0"/>
              <a:pPr>
                <a:defRPr/>
              </a:pPr>
              <a:t>‹#›</a:t>
            </a:fld>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endParaRPr lang="en-US" dirty="0"/>
          </a:p>
        </p:txBody>
      </p:sp>
      <p:sp>
        <p:nvSpPr>
          <p:cNvPr id="5" name="Footer Placeholder 21"/>
          <p:cNvSpPr>
            <a:spLocks noGrp="1"/>
          </p:cNvSpPr>
          <p:nvPr>
            <p:ph type="ftr" sz="quarter" idx="11"/>
          </p:nvPr>
        </p:nvSpPr>
        <p:spPr/>
        <p:txBody>
          <a:bodyPr/>
          <a:lstStyle>
            <a:lvl1pPr>
              <a:defRPr/>
            </a:lvl1pPr>
          </a:lstStyle>
          <a:p>
            <a:pPr>
              <a:defRPr/>
            </a:pPr>
            <a:r>
              <a:rPr lang="en-US" dirty="0"/>
              <a:t>Information Technology Project Management, Seventh Edition</a:t>
            </a:r>
          </a:p>
        </p:txBody>
      </p:sp>
      <p:sp>
        <p:nvSpPr>
          <p:cNvPr id="6" name="Slide Number Placeholder 17"/>
          <p:cNvSpPr>
            <a:spLocks noGrp="1"/>
          </p:cNvSpPr>
          <p:nvPr>
            <p:ph type="sldNum" sz="quarter" idx="12"/>
          </p:nvPr>
        </p:nvSpPr>
        <p:spPr/>
        <p:txBody>
          <a:bodyPr/>
          <a:lstStyle>
            <a:lvl1pPr>
              <a:defRPr/>
            </a:lvl1pPr>
          </a:lstStyle>
          <a:p>
            <a:pPr>
              <a:defRPr/>
            </a:pPr>
            <a:fld id="{F32F0DD1-7F29-40C4-B5F0-16CFC2F162E3}" type="slidenum">
              <a:rPr lang="en-US" smtClean="0"/>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lnSpc>
                <a:spcPct val="90000"/>
              </a:lnSpc>
              <a:spcBef>
                <a:spcPct val="20000"/>
              </a:spcBef>
              <a:buFontTx/>
              <a:buChar char="•"/>
              <a:defRPr sz="1200" dirty="0">
                <a:solidFill>
                  <a:schemeClr val="tx1">
                    <a:tint val="75000"/>
                  </a:schemeClr>
                </a:solidFill>
              </a:defRPr>
            </a:lvl1pPr>
          </a:lstStyle>
          <a:p>
            <a:pPr>
              <a:defRPr/>
            </a:pP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lnSpc>
                <a:spcPct val="90000"/>
              </a:lnSpc>
              <a:spcBef>
                <a:spcPct val="20000"/>
              </a:spcBef>
              <a:buFontTx/>
              <a:buChar char="•"/>
              <a:defRPr sz="1200" dirty="0" smtClean="0">
                <a:solidFill>
                  <a:schemeClr val="tx1">
                    <a:tint val="75000"/>
                  </a:schemeClr>
                </a:solidFill>
              </a:defRPr>
            </a:lvl1pPr>
          </a:lstStyle>
          <a:p>
            <a:pPr>
              <a:defRPr/>
            </a:pPr>
            <a:r>
              <a:rPr lang="en-US" dirty="0"/>
              <a:t>Information Technology Project Management, Seventh Edition</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lnSpc>
                <a:spcPct val="90000"/>
              </a:lnSpc>
              <a:spcBef>
                <a:spcPct val="20000"/>
              </a:spcBef>
              <a:buFontTx/>
              <a:buChar char="•"/>
              <a:defRPr sz="1200" smtClean="0">
                <a:solidFill>
                  <a:schemeClr val="tx1">
                    <a:tint val="75000"/>
                  </a:schemeClr>
                </a:solidFill>
              </a:defRPr>
            </a:lvl1pPr>
          </a:lstStyle>
          <a:p>
            <a:pPr>
              <a:defRPr/>
            </a:pPr>
            <a:fld id="{2F11DC2A-2F4E-4F79-A3F5-88DB509F96F8}"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Lst>
  <p:hf hdr="0" dt="0"/>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itchFamily="34" charset="0"/>
        </a:defRPr>
      </a:lvl2pPr>
      <a:lvl3pPr algn="ctr" rtl="0" fontAlgn="base">
        <a:spcBef>
          <a:spcPct val="0"/>
        </a:spcBef>
        <a:spcAft>
          <a:spcPct val="0"/>
        </a:spcAft>
        <a:defRPr sz="4400">
          <a:solidFill>
            <a:schemeClr val="tx1"/>
          </a:solidFill>
          <a:latin typeface="Calibri" pitchFamily="34" charset="0"/>
        </a:defRPr>
      </a:lvl3pPr>
      <a:lvl4pPr algn="ctr" rtl="0" fontAlgn="base">
        <a:spcBef>
          <a:spcPct val="0"/>
        </a:spcBef>
        <a:spcAft>
          <a:spcPct val="0"/>
        </a:spcAft>
        <a:defRPr sz="4400">
          <a:solidFill>
            <a:schemeClr val="tx1"/>
          </a:solidFill>
          <a:latin typeface="Calibri" pitchFamily="34" charset="0"/>
        </a:defRPr>
      </a:lvl4pPr>
      <a:lvl5pPr algn="ctr" rtl="0" fontAlgn="base">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5963" y="5002213"/>
            <a:ext cx="3802062" cy="144303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dirty="0"/>
          </a:p>
        </p:txBody>
      </p:sp>
      <p:sp>
        <p:nvSpPr>
          <p:cNvPr id="12" name="Freeform 11"/>
          <p:cNvSpPr>
            <a:spLocks/>
          </p:cNvSpPr>
          <p:nvPr/>
        </p:nvSpPr>
        <p:spPr bwMode="auto">
          <a:xfrm>
            <a:off x="-53975" y="5784850"/>
            <a:ext cx="380206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dirty="0"/>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lang="en-US"/>
              <a:t>Click to edit Master title style</a:t>
            </a:r>
          </a:p>
        </p:txBody>
      </p:sp>
      <p:sp>
        <p:nvSpPr>
          <p:cNvPr id="1033" name="Text Placeholder 29"/>
          <p:cNvSpPr>
            <a:spLocks noGrp="1"/>
          </p:cNvSpPr>
          <p:nvPr>
            <p:ph type="body" idx="1"/>
          </p:nvPr>
        </p:nvSpPr>
        <p:spPr bwMode="auto">
          <a:xfrm>
            <a:off x="457200" y="1481138"/>
            <a:ext cx="8229600" cy="45259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p:cNvSpPr>
            <a:spLocks noGrp="1"/>
          </p:cNvSpPr>
          <p:nvPr>
            <p:ph type="dt" sz="half" idx="2"/>
          </p:nvPr>
        </p:nvSpPr>
        <p:spPr>
          <a:xfrm>
            <a:off x="6727825" y="6408738"/>
            <a:ext cx="1919288" cy="365125"/>
          </a:xfrm>
          <a:prstGeom prst="rect">
            <a:avLst/>
          </a:prstGeom>
        </p:spPr>
        <p:txBody>
          <a:bodyPr vert="horz" anchor="b"/>
          <a:lstStyle>
            <a:lvl1pPr algn="l" eaLnBrk="1" latinLnBrk="0" hangingPunct="1">
              <a:defRPr kumimoji="0" sz="1000">
                <a:solidFill>
                  <a:schemeClr val="tx1"/>
                </a:solidFill>
              </a:defRPr>
            </a:lvl1pPr>
            <a:extLst/>
          </a:lstStyle>
          <a:p>
            <a:pPr>
              <a:defRPr/>
            </a:pPr>
            <a:endParaRPr lang="en-US" dirty="0"/>
          </a:p>
        </p:txBody>
      </p:sp>
      <p:sp>
        <p:nvSpPr>
          <p:cNvPr id="22" name="Footer Placeholder 21"/>
          <p:cNvSpPr>
            <a:spLocks noGrp="1"/>
          </p:cNvSpPr>
          <p:nvPr>
            <p:ph type="ftr" sz="quarter" idx="3"/>
          </p:nvPr>
        </p:nvSpPr>
        <p:spPr>
          <a:xfrm>
            <a:off x="4379913" y="6408738"/>
            <a:ext cx="2351087" cy="365125"/>
          </a:xfrm>
          <a:prstGeom prst="rect">
            <a:avLst/>
          </a:prstGeom>
        </p:spPr>
        <p:txBody>
          <a:bodyPr vert="horz" anchor="b"/>
          <a:lstStyle>
            <a:lvl1pPr algn="r" eaLnBrk="1" latinLnBrk="0" hangingPunct="1">
              <a:defRPr kumimoji="0" sz="1000">
                <a:solidFill>
                  <a:schemeClr val="tx1"/>
                </a:solidFill>
              </a:defRPr>
            </a:lvl1pPr>
            <a:extLst/>
          </a:lstStyle>
          <a:p>
            <a:pPr>
              <a:defRPr/>
            </a:pPr>
            <a:r>
              <a:rPr lang="en-US" dirty="0"/>
              <a:t>Information Technology Project Management, Seventh Edition</a:t>
            </a:r>
          </a:p>
        </p:txBody>
      </p:sp>
      <p:sp>
        <p:nvSpPr>
          <p:cNvPr id="18" name="Slide Number Placeholder 17"/>
          <p:cNvSpPr>
            <a:spLocks noGrp="1"/>
          </p:cNvSpPr>
          <p:nvPr>
            <p:ph type="sldNum" sz="quarter" idx="4"/>
          </p:nvPr>
        </p:nvSpPr>
        <p:spPr>
          <a:xfrm>
            <a:off x="8647113" y="6408738"/>
            <a:ext cx="366712" cy="365125"/>
          </a:xfrm>
          <a:prstGeom prst="rect">
            <a:avLst/>
          </a:prstGeom>
        </p:spPr>
        <p:txBody>
          <a:bodyPr vert="horz" anchor="b"/>
          <a:lstStyle>
            <a:lvl1pPr algn="r" eaLnBrk="1" latinLnBrk="0" hangingPunct="1">
              <a:defRPr kumimoji="0" sz="1000" b="0">
                <a:solidFill>
                  <a:schemeClr val="tx1"/>
                </a:solidFill>
              </a:defRPr>
            </a:lvl1pPr>
            <a:extLst/>
          </a:lstStyle>
          <a:p>
            <a:pPr>
              <a:defRPr/>
            </a:pPr>
            <a:fld id="{2F11DC2A-2F4E-4F79-A3F5-88DB509F96F8}" type="slidenum">
              <a:rPr lang="en-US" smtClean="0"/>
              <a:pPr>
                <a:defRPr/>
              </a:pPr>
              <a:t>‹#›</a:t>
            </a:fld>
            <a:endParaRPr lang="en-US" dirty="0"/>
          </a:p>
        </p:txBody>
      </p:sp>
    </p:spTree>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Lst>
  <p:hf hdr="0" dt="0"/>
  <p:txStyles>
    <p:titleStyle>
      <a:lvl1pPr algn="l" rtl="0" eaLnBrk="1" fontAlgn="base" hangingPunct="1">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eaLnBrk="1" fontAlgn="base" hangingPunct="1">
        <a:spcBef>
          <a:spcPct val="0"/>
        </a:spcBef>
        <a:spcAft>
          <a:spcPct val="0"/>
        </a:spcAft>
        <a:defRPr sz="4100" b="1">
          <a:solidFill>
            <a:schemeClr val="tx2"/>
          </a:solidFill>
          <a:latin typeface="Arial" charset="0"/>
        </a:defRPr>
      </a:lvl2pPr>
      <a:lvl3pPr algn="l" rtl="0" eaLnBrk="1" fontAlgn="base" hangingPunct="1">
        <a:spcBef>
          <a:spcPct val="0"/>
        </a:spcBef>
        <a:spcAft>
          <a:spcPct val="0"/>
        </a:spcAft>
        <a:defRPr sz="4100" b="1">
          <a:solidFill>
            <a:schemeClr val="tx2"/>
          </a:solidFill>
          <a:latin typeface="Arial" charset="0"/>
        </a:defRPr>
      </a:lvl3pPr>
      <a:lvl4pPr algn="l" rtl="0" eaLnBrk="1" fontAlgn="base" hangingPunct="1">
        <a:spcBef>
          <a:spcPct val="0"/>
        </a:spcBef>
        <a:spcAft>
          <a:spcPct val="0"/>
        </a:spcAft>
        <a:defRPr sz="4100" b="1">
          <a:solidFill>
            <a:schemeClr val="tx2"/>
          </a:solidFill>
          <a:latin typeface="Arial" charset="0"/>
        </a:defRPr>
      </a:lvl4pPr>
      <a:lvl5pPr algn="l" rtl="0" eaLnBrk="1" fontAlgn="base" hangingPunct="1">
        <a:spcBef>
          <a:spcPct val="0"/>
        </a:spcBef>
        <a:spcAft>
          <a:spcPct val="0"/>
        </a:spcAft>
        <a:defRPr sz="4100" b="1">
          <a:solidFill>
            <a:schemeClr val="tx2"/>
          </a:solidFill>
          <a:latin typeface="Arial" charset="0"/>
        </a:defRPr>
      </a:lvl5pPr>
      <a:lvl6pPr marL="457200" algn="l" rtl="0" eaLnBrk="1" fontAlgn="base" hangingPunct="1">
        <a:spcBef>
          <a:spcPct val="0"/>
        </a:spcBef>
        <a:spcAft>
          <a:spcPct val="0"/>
        </a:spcAft>
        <a:defRPr sz="4100" b="1">
          <a:solidFill>
            <a:schemeClr val="tx2"/>
          </a:solidFill>
          <a:latin typeface="Lucida Sans Unicode" pitchFamily="34" charset="0"/>
        </a:defRPr>
      </a:lvl6pPr>
      <a:lvl7pPr marL="914400" algn="l" rtl="0" eaLnBrk="1" fontAlgn="base" hangingPunct="1">
        <a:spcBef>
          <a:spcPct val="0"/>
        </a:spcBef>
        <a:spcAft>
          <a:spcPct val="0"/>
        </a:spcAft>
        <a:defRPr sz="4100" b="1">
          <a:solidFill>
            <a:schemeClr val="tx2"/>
          </a:solidFill>
          <a:latin typeface="Lucida Sans Unicode" pitchFamily="34" charset="0"/>
        </a:defRPr>
      </a:lvl7pPr>
      <a:lvl8pPr marL="1371600" algn="l" rtl="0" eaLnBrk="1" fontAlgn="base" hangingPunct="1">
        <a:spcBef>
          <a:spcPct val="0"/>
        </a:spcBef>
        <a:spcAft>
          <a:spcPct val="0"/>
        </a:spcAft>
        <a:defRPr sz="4100" b="1">
          <a:solidFill>
            <a:schemeClr val="tx2"/>
          </a:solidFill>
          <a:latin typeface="Lucida Sans Unicode" pitchFamily="34" charset="0"/>
        </a:defRPr>
      </a:lvl8pPr>
      <a:lvl9pPr marL="1828800" algn="l" rtl="0" eaLnBrk="1" fontAlgn="base" hangingPunct="1">
        <a:spcBef>
          <a:spcPct val="0"/>
        </a:spcBef>
        <a:spcAft>
          <a:spcPct val="0"/>
        </a:spcAft>
        <a:defRPr sz="4100" b="1">
          <a:solidFill>
            <a:schemeClr val="tx2"/>
          </a:solidFill>
          <a:latin typeface="Lucida Sans Unicode" pitchFamily="34" charset="0"/>
        </a:defRPr>
      </a:lvl9pPr>
      <a:extLst/>
    </p:titleStyle>
    <p:bodyStyle>
      <a:lvl1pPr marL="365125" indent="-255588" algn="l" rtl="0" eaLnBrk="1" fontAlgn="base" hangingPunct="1">
        <a:spcBef>
          <a:spcPts val="400"/>
        </a:spcBef>
        <a:spcAft>
          <a:spcPct val="0"/>
        </a:spcAft>
        <a:buClr>
          <a:schemeClr val="accent1"/>
        </a:buClr>
        <a:buSzPct val="68000"/>
        <a:buFont typeface="Wingdings 3" pitchFamily="18" charset="2"/>
        <a:buChar char=""/>
        <a:defRPr sz="2700" kern="1200">
          <a:solidFill>
            <a:schemeClr val="tx1"/>
          </a:solidFill>
          <a:latin typeface="+mn-lt"/>
          <a:ea typeface="+mn-ea"/>
          <a:cs typeface="+mn-cs"/>
        </a:defRPr>
      </a:lvl1pPr>
      <a:lvl2pPr marL="620713" indent="-228600" algn="l" rtl="0" eaLnBrk="1" fontAlgn="base" hangingPunct="1">
        <a:spcBef>
          <a:spcPts val="325"/>
        </a:spcBef>
        <a:spcAft>
          <a:spcPct val="0"/>
        </a:spcAft>
        <a:buClr>
          <a:schemeClr val="accent1"/>
        </a:buClr>
        <a:buFont typeface="Verdana" pitchFamily="34" charset="0"/>
        <a:buChar char="◦"/>
        <a:defRPr sz="2300" kern="1200">
          <a:solidFill>
            <a:schemeClr val="tx1"/>
          </a:solidFill>
          <a:latin typeface="+mn-lt"/>
          <a:ea typeface="+mn-ea"/>
          <a:cs typeface="+mn-cs"/>
        </a:defRPr>
      </a:lvl2pPr>
      <a:lvl3pPr marL="858838" indent="-228600" algn="l" rtl="0" eaLnBrk="1" fontAlgn="base" hangingPunct="1">
        <a:spcBef>
          <a:spcPts val="350"/>
        </a:spcBef>
        <a:spcAft>
          <a:spcPct val="0"/>
        </a:spcAft>
        <a:buClr>
          <a:schemeClr val="accent2"/>
        </a:buClr>
        <a:buSzPct val="100000"/>
        <a:buFont typeface="Wingdings 2" pitchFamily="18" charset="2"/>
        <a:buChar char=""/>
        <a:defRPr sz="2100" kern="1200">
          <a:solidFill>
            <a:schemeClr val="tx1"/>
          </a:solidFill>
          <a:latin typeface="+mn-lt"/>
          <a:ea typeface="+mn-ea"/>
          <a:cs typeface="+mn-cs"/>
        </a:defRPr>
      </a:lvl3pPr>
      <a:lvl4pPr marL="1143000" indent="-228600" algn="l" rtl="0" eaLnBrk="1" fontAlgn="base" hangingPunct="1">
        <a:spcBef>
          <a:spcPts val="350"/>
        </a:spcBef>
        <a:spcAft>
          <a:spcPct val="0"/>
        </a:spcAft>
        <a:buClr>
          <a:schemeClr val="accent2"/>
        </a:buClr>
        <a:buFont typeface="Wingdings 2" pitchFamily="18" charset="2"/>
        <a:buChar char=""/>
        <a:defRPr sz="1900" kern="1200">
          <a:solidFill>
            <a:schemeClr val="tx1"/>
          </a:solidFill>
          <a:latin typeface="+mn-lt"/>
          <a:ea typeface="+mn-ea"/>
          <a:cs typeface="+mn-cs"/>
        </a:defRPr>
      </a:lvl4pPr>
      <a:lvl5pPr marL="1371600" indent="-228600" algn="l" rtl="0" eaLnBrk="1" fontAlgn="base" hangingPunct="1">
        <a:spcBef>
          <a:spcPts val="350"/>
        </a:spcBef>
        <a:spcAft>
          <a:spcPct val="0"/>
        </a:spcAft>
        <a:buClr>
          <a:schemeClr val="accent2"/>
        </a:buClr>
        <a:buFont typeface="Wingdings 2" pitchFamily="18" charset="2"/>
        <a:buChar char=""/>
        <a:defRPr sz="20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533400" y="1600200"/>
            <a:ext cx="7772400" cy="1349375"/>
          </a:xfrm>
        </p:spPr>
        <p:txBody>
          <a:bodyPr>
            <a:noAutofit/>
          </a:bodyPr>
          <a:lstStyle/>
          <a:p>
            <a:pPr fontAlgn="auto">
              <a:spcAft>
                <a:spcPts val="0"/>
              </a:spcAft>
              <a:defRPr/>
            </a:pPr>
            <a:r>
              <a:rPr dirty="0">
                <a:effectLst>
                  <a:outerShdw blurRad="38100" dist="38100" dir="2700000" algn="tl">
                    <a:srgbClr val="FFFFFF"/>
                  </a:outerShdw>
                </a:effectLst>
                <a:latin typeface="Arial Rounded MT Bold" pitchFamily="34" charset="0"/>
              </a:rPr>
              <a:t>Chapter 1:</a:t>
            </a:r>
            <a:br>
              <a:rPr dirty="0">
                <a:effectLst>
                  <a:outerShdw blurRad="38100" dist="38100" dir="2700000" algn="tl">
                    <a:srgbClr val="FFFFFF"/>
                  </a:outerShdw>
                </a:effectLst>
                <a:latin typeface="Arial Rounded MT Bold" pitchFamily="34" charset="0"/>
              </a:rPr>
            </a:br>
            <a:r>
              <a:rPr dirty="0">
                <a:effectLst>
                  <a:outerShdw blurRad="38100" dist="38100" dir="2700000" algn="tl">
                    <a:srgbClr val="FFFFFF"/>
                  </a:outerShdw>
                </a:effectLst>
                <a:latin typeface="Arial Rounded MT Bold" pitchFamily="34" charset="0"/>
              </a:rPr>
              <a:t>Introduction to Project Management</a:t>
            </a:r>
          </a:p>
        </p:txBody>
      </p:sp>
      <p:sp>
        <p:nvSpPr>
          <p:cNvPr id="3075" name="Rectangle 3"/>
          <p:cNvSpPr>
            <a:spLocks noChangeArrowheads="1"/>
          </p:cNvSpPr>
          <p:nvPr/>
        </p:nvSpPr>
        <p:spPr bwMode="auto">
          <a:xfrm>
            <a:off x="152400" y="3657600"/>
            <a:ext cx="5791200" cy="1349375"/>
          </a:xfrm>
          <a:prstGeom prst="rect">
            <a:avLst/>
          </a:prstGeom>
          <a:noFill/>
          <a:ln w="9525">
            <a:noFill/>
            <a:miter lim="800000"/>
            <a:headEnd/>
            <a:tailEnd/>
          </a:ln>
          <a:effectLst/>
        </p:spPr>
        <p:txBody>
          <a:bodyPr/>
          <a:lstStyle/>
          <a:p>
            <a:pPr>
              <a:defRPr/>
            </a:pPr>
            <a:r>
              <a:rPr lang="en-US" sz="2800" b="1" dirty="0">
                <a:solidFill>
                  <a:schemeClr val="tx2"/>
                </a:solidFill>
                <a:effectLst>
                  <a:outerShdw blurRad="38100" dist="38100" dir="2700000" algn="tl">
                    <a:srgbClr val="FFFFFF"/>
                  </a:outerShdw>
                </a:effectLst>
                <a:latin typeface="Arial Rounded MT Bold" pitchFamily="34" charset="0"/>
                <a:ea typeface="+mj-ea"/>
                <a:cs typeface="+mj-cs"/>
              </a:rPr>
              <a:t>Information Technology Project Management, Seventh Edition</a:t>
            </a:r>
          </a:p>
        </p:txBody>
      </p:sp>
      <p:sp>
        <p:nvSpPr>
          <p:cNvPr id="6" name="TextBox 5"/>
          <p:cNvSpPr txBox="1"/>
          <p:nvPr/>
        </p:nvSpPr>
        <p:spPr>
          <a:xfrm>
            <a:off x="304800" y="5791200"/>
            <a:ext cx="4793300" cy="430887"/>
          </a:xfrm>
          <a:prstGeom prst="rect">
            <a:avLst/>
          </a:prstGeom>
          <a:noFill/>
        </p:spPr>
        <p:txBody>
          <a:bodyPr wrap="none" rtlCol="0">
            <a:spAutoFit/>
          </a:bodyPr>
          <a:lstStyle/>
          <a:p>
            <a:r>
              <a:rPr lang="en-US" dirty="0"/>
              <a:t>Note: See the text itself for full citations.</a:t>
            </a:r>
          </a:p>
        </p:txBody>
      </p:sp>
      <p:pic>
        <p:nvPicPr>
          <p:cNvPr id="7" name="Picture 5" descr="Information Technology Project Managemen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30153" y="3034843"/>
            <a:ext cx="2971800" cy="2971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Content Placeholder 6"/>
          <p:cNvSpPr>
            <a:spLocks noGrp="1"/>
          </p:cNvSpPr>
          <p:nvPr>
            <p:ph idx="1"/>
          </p:nvPr>
        </p:nvSpPr>
        <p:spPr>
          <a:xfrm>
            <a:off x="381000" y="1295400"/>
            <a:ext cx="8540750" cy="4191000"/>
          </a:xfrm>
        </p:spPr>
        <p:txBody>
          <a:bodyPr/>
          <a:lstStyle/>
          <a:p>
            <a:r>
              <a:rPr lang="en-US" sz="2400" dirty="0"/>
              <a:t>Understand the growing need for better project management, especially for information technology (IT) projects</a:t>
            </a:r>
          </a:p>
          <a:p>
            <a:r>
              <a:rPr lang="en-US" sz="2400" dirty="0"/>
              <a:t>Explain what a project is, provide examples of IT projects, list various attributes of projects, and describe the triple constraint of project management</a:t>
            </a:r>
          </a:p>
          <a:p>
            <a:r>
              <a:rPr lang="en-US" sz="2400" dirty="0"/>
              <a:t>Describe project management and discuss key elements of the project management framework, including project stakeholders, the project management knowledge areas, common tools and techniques, and project success</a:t>
            </a:r>
            <a:endParaRPr lang="en-US" sz="2600" dirty="0"/>
          </a:p>
        </p:txBody>
      </p:sp>
      <p:sp>
        <p:nvSpPr>
          <p:cNvPr id="9218" name="Title 5"/>
          <p:cNvSpPr>
            <a:spLocks noGrp="1"/>
          </p:cNvSpPr>
          <p:nvPr>
            <p:ph type="title"/>
          </p:nvPr>
        </p:nvSpPr>
        <p:spPr/>
        <p:txBody>
          <a:bodyPr/>
          <a:lstStyle/>
          <a:p>
            <a:r>
              <a:rPr lang="en-US" dirty="0"/>
              <a:t>Learning Objectives</a:t>
            </a:r>
          </a:p>
        </p:txBody>
      </p:sp>
      <p:sp>
        <p:nvSpPr>
          <p:cNvPr id="9220" name="Footer Placeholder 7"/>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r>
              <a:rPr lang="en-US" dirty="0"/>
              <a:t>Information Technology Project Management, Seventh Edition</a:t>
            </a:r>
          </a:p>
        </p:txBody>
      </p:sp>
      <p:sp>
        <p:nvSpPr>
          <p:cNvPr id="5" name="Slide Number Placeholder 4"/>
          <p:cNvSpPr>
            <a:spLocks noGrp="1"/>
          </p:cNvSpPr>
          <p:nvPr>
            <p:ph type="sldNum" sz="quarter" idx="11"/>
          </p:nvPr>
        </p:nvSpPr>
        <p:spPr/>
        <p:txBody>
          <a:bodyPr/>
          <a:lstStyle/>
          <a:p>
            <a:pPr>
              <a:defRPr/>
            </a:pPr>
            <a:fld id="{3BD7578B-FDA5-49A9-927E-B5F79B796B65}" type="slidenum">
              <a:rPr lang="en-US"/>
              <a:pPr>
                <a:defRPr/>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3"/>
          <p:cNvSpPr>
            <a:spLocks noGrp="1" noChangeArrowheads="1"/>
          </p:cNvSpPr>
          <p:nvPr>
            <p:ph idx="1"/>
          </p:nvPr>
        </p:nvSpPr>
        <p:spPr>
          <a:xfrm>
            <a:off x="228600" y="1447800"/>
            <a:ext cx="8382000" cy="4411663"/>
          </a:xfrm>
        </p:spPr>
        <p:txBody>
          <a:bodyPr>
            <a:normAutofit fontScale="92500"/>
          </a:bodyPr>
          <a:lstStyle/>
          <a:p>
            <a:r>
              <a:rPr lang="en-US" dirty="0"/>
              <a:t>Discuss the relationship between project, program, and portfolio management and the contributions each makes to enterprise success </a:t>
            </a:r>
          </a:p>
          <a:p>
            <a:r>
              <a:rPr lang="en-US" dirty="0"/>
              <a:t>Understand the role of project managers by describing what they do, what skills they need, and career opportunities for IT project managers</a:t>
            </a:r>
          </a:p>
          <a:p>
            <a:r>
              <a:rPr lang="en-US" dirty="0"/>
              <a:t>Describe the project management profession, including its history, the role of professional organizations like the Project Management Institute (PMI), the importance of certification and ethics, and the advancement of project management software</a:t>
            </a:r>
          </a:p>
        </p:txBody>
      </p:sp>
      <p:sp>
        <p:nvSpPr>
          <p:cNvPr id="10242" name="Rectangle 2"/>
          <p:cNvSpPr>
            <a:spLocks noGrp="1" noChangeArrowheads="1"/>
          </p:cNvSpPr>
          <p:nvPr>
            <p:ph type="title"/>
          </p:nvPr>
        </p:nvSpPr>
        <p:spPr/>
        <p:txBody>
          <a:bodyPr/>
          <a:lstStyle/>
          <a:p>
            <a:r>
              <a:rPr lang="en-US" dirty="0"/>
              <a:t>Learning Objectives</a:t>
            </a:r>
          </a:p>
        </p:txBody>
      </p:sp>
      <p:sp>
        <p:nvSpPr>
          <p:cNvPr id="10244" name="Footer Placeholder 5"/>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r>
              <a:rPr lang="en-US" dirty="0"/>
              <a:t>Information Technology Project Management, Seventh Edition</a:t>
            </a:r>
          </a:p>
        </p:txBody>
      </p:sp>
      <p:sp>
        <p:nvSpPr>
          <p:cNvPr id="5" name="Slide Number Placeholder 4"/>
          <p:cNvSpPr>
            <a:spLocks noGrp="1"/>
          </p:cNvSpPr>
          <p:nvPr>
            <p:ph type="sldNum" sz="quarter" idx="11"/>
          </p:nvPr>
        </p:nvSpPr>
        <p:spPr/>
        <p:txBody>
          <a:bodyPr/>
          <a:lstStyle/>
          <a:p>
            <a:pPr>
              <a:defRPr/>
            </a:pPr>
            <a:fld id="{8CA3F5D3-66F0-4F6A-8CB0-21FC3EDB1CCA}" type="slidenum">
              <a:rPr lang="en-US"/>
              <a:pPr>
                <a:defRPr/>
              </a:pPr>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Grp="1" noChangeArrowheads="1"/>
          </p:cNvSpPr>
          <p:nvPr>
            <p:ph idx="1"/>
          </p:nvPr>
        </p:nvSpPr>
        <p:spPr>
          <a:xfrm>
            <a:off x="381000" y="1447800"/>
            <a:ext cx="8458200" cy="4648200"/>
          </a:xfrm>
        </p:spPr>
        <p:txBody>
          <a:bodyPr/>
          <a:lstStyle/>
          <a:p>
            <a:pPr>
              <a:spcBef>
                <a:spcPct val="50000"/>
              </a:spcBef>
            </a:pPr>
            <a:r>
              <a:rPr lang="en-US" dirty="0"/>
              <a:t>Many organizations today have a new or renewed interest in project management</a:t>
            </a:r>
          </a:p>
          <a:p>
            <a:pPr>
              <a:spcBef>
                <a:spcPct val="50000"/>
              </a:spcBef>
            </a:pPr>
            <a:r>
              <a:rPr lang="en-US" dirty="0"/>
              <a:t>Computer hardware, software, networks, and the use of interdisciplinary and global work teams have radically changed the work environment</a:t>
            </a:r>
          </a:p>
          <a:p>
            <a:r>
              <a:rPr lang="en-US" dirty="0"/>
              <a:t>The world as a whole spends nearly $10 trillion of its $40.7 trillion gross product on projects of all kinds</a:t>
            </a:r>
          </a:p>
          <a:p>
            <a:r>
              <a:rPr lang="en-US" dirty="0"/>
              <a:t>More than 16 million people regard project management as their profession</a:t>
            </a:r>
          </a:p>
          <a:p>
            <a:pPr>
              <a:spcBef>
                <a:spcPct val="50000"/>
              </a:spcBef>
            </a:pPr>
            <a:endParaRPr lang="en-US" dirty="0"/>
          </a:p>
        </p:txBody>
      </p:sp>
      <p:sp>
        <p:nvSpPr>
          <p:cNvPr id="11266" name="Rectangle 2"/>
          <p:cNvSpPr>
            <a:spLocks noGrp="1" noChangeArrowheads="1"/>
          </p:cNvSpPr>
          <p:nvPr>
            <p:ph type="title"/>
          </p:nvPr>
        </p:nvSpPr>
        <p:spPr/>
        <p:txBody>
          <a:bodyPr/>
          <a:lstStyle/>
          <a:p>
            <a:r>
              <a:rPr lang="en-US" dirty="0"/>
              <a:t>Introduction</a:t>
            </a:r>
          </a:p>
        </p:txBody>
      </p:sp>
      <p:sp>
        <p:nvSpPr>
          <p:cNvPr id="11268" name="Footer Placeholder 4"/>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r>
              <a:rPr lang="en-US" dirty="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147008FD-2DFA-4FF3-9130-EF876863D94D}" type="slidenum">
              <a:rPr lang="en-US"/>
              <a:pPr>
                <a:defRPr/>
              </a:pPr>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p:cNvSpPr>
            <a:spLocks noGrp="1" noChangeArrowheads="1"/>
          </p:cNvSpPr>
          <p:nvPr>
            <p:ph idx="1"/>
          </p:nvPr>
        </p:nvSpPr>
        <p:spPr>
          <a:xfrm>
            <a:off x="533400" y="1676400"/>
            <a:ext cx="8001000" cy="4495800"/>
          </a:xfrm>
        </p:spPr>
        <p:txBody>
          <a:bodyPr/>
          <a:lstStyle/>
          <a:p>
            <a:pPr>
              <a:spcBef>
                <a:spcPct val="70000"/>
              </a:spcBef>
            </a:pPr>
            <a:r>
              <a:rPr lang="en-US" dirty="0"/>
              <a:t>A </a:t>
            </a:r>
            <a:r>
              <a:rPr lang="en-US" b="1" dirty="0"/>
              <a:t>project</a:t>
            </a:r>
            <a:r>
              <a:rPr lang="en-US" dirty="0"/>
              <a:t> is “a temporary endeavor undertaken to create a unique product, service, or result” (PMBOK</a:t>
            </a:r>
            <a:r>
              <a:rPr lang="en-US" dirty="0">
                <a:cs typeface="Times New Roman" pitchFamily="18" charset="0"/>
              </a:rPr>
              <a:t>® Guide, Fifth Edition, 2012)</a:t>
            </a:r>
          </a:p>
          <a:p>
            <a:pPr>
              <a:spcBef>
                <a:spcPct val="70000"/>
              </a:spcBef>
            </a:pPr>
            <a:r>
              <a:rPr lang="en-US" dirty="0"/>
              <a:t>Operations is work done to sustain the business</a:t>
            </a:r>
          </a:p>
          <a:p>
            <a:pPr>
              <a:spcBef>
                <a:spcPct val="70000"/>
              </a:spcBef>
            </a:pPr>
            <a:r>
              <a:rPr lang="en-US" dirty="0"/>
              <a:t>Projects end when their objectives have been reached or the project has been terminated</a:t>
            </a:r>
          </a:p>
          <a:p>
            <a:pPr>
              <a:spcBef>
                <a:spcPct val="70000"/>
              </a:spcBef>
            </a:pPr>
            <a:r>
              <a:rPr lang="en-US" dirty="0"/>
              <a:t>Projects can be large or small and take a short or long time to complete</a:t>
            </a:r>
          </a:p>
        </p:txBody>
      </p:sp>
      <p:sp>
        <p:nvSpPr>
          <p:cNvPr id="15362" name="Rectangle 2"/>
          <p:cNvSpPr>
            <a:spLocks noGrp="1" noChangeArrowheads="1"/>
          </p:cNvSpPr>
          <p:nvPr>
            <p:ph type="title"/>
          </p:nvPr>
        </p:nvSpPr>
        <p:spPr/>
        <p:txBody>
          <a:bodyPr/>
          <a:lstStyle/>
          <a:p>
            <a:r>
              <a:rPr lang="en-US" dirty="0"/>
              <a:t>What Is a Project?</a:t>
            </a:r>
          </a:p>
        </p:txBody>
      </p:sp>
      <p:sp>
        <p:nvSpPr>
          <p:cNvPr id="15364" name="Footer Placeholder 5"/>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r>
              <a:rPr lang="en-US" dirty="0"/>
              <a:t>Information Technology Project Management, Seventh Edition</a:t>
            </a:r>
          </a:p>
        </p:txBody>
      </p:sp>
      <p:sp>
        <p:nvSpPr>
          <p:cNvPr id="5" name="Slide Number Placeholder 4"/>
          <p:cNvSpPr>
            <a:spLocks noGrp="1"/>
          </p:cNvSpPr>
          <p:nvPr>
            <p:ph type="sldNum" sz="quarter" idx="11"/>
          </p:nvPr>
        </p:nvSpPr>
        <p:spPr/>
        <p:txBody>
          <a:bodyPr/>
          <a:lstStyle/>
          <a:p>
            <a:pPr>
              <a:defRPr/>
            </a:pPr>
            <a:fld id="{D14B9082-BFFD-400A-AEF4-D17F273F5D00}" type="slidenum">
              <a:rPr lang="en-US"/>
              <a:pPr>
                <a:defRPr/>
              </a:pPr>
              <a:t>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idx="1"/>
          </p:nvPr>
        </p:nvSpPr>
        <p:spPr/>
        <p:txBody>
          <a:bodyPr/>
          <a:lstStyle/>
          <a:p>
            <a:r>
              <a:rPr lang="en-US" dirty="0"/>
              <a:t>A project </a:t>
            </a:r>
          </a:p>
          <a:p>
            <a:pPr lvl="1"/>
            <a:r>
              <a:rPr lang="en-US" dirty="0"/>
              <a:t>has a unique purpose</a:t>
            </a:r>
          </a:p>
          <a:p>
            <a:pPr lvl="1"/>
            <a:r>
              <a:rPr lang="en-US" dirty="0"/>
              <a:t>is temporary</a:t>
            </a:r>
          </a:p>
          <a:p>
            <a:pPr lvl="1"/>
            <a:r>
              <a:rPr lang="en-US" dirty="0"/>
              <a:t>is developed using progressive elaboration</a:t>
            </a:r>
          </a:p>
          <a:p>
            <a:pPr lvl="1"/>
            <a:r>
              <a:rPr lang="en-US" dirty="0"/>
              <a:t>requires resources, often from various areas</a:t>
            </a:r>
          </a:p>
          <a:p>
            <a:pPr lvl="1"/>
            <a:r>
              <a:rPr lang="en-US" dirty="0"/>
              <a:t>should have a primary customer or sponsor</a:t>
            </a:r>
          </a:p>
          <a:p>
            <a:pPr lvl="2"/>
            <a:r>
              <a:rPr lang="en-US" dirty="0"/>
              <a:t>The </a:t>
            </a:r>
            <a:r>
              <a:rPr lang="en-US" b="1" dirty="0"/>
              <a:t>project sponsor</a:t>
            </a:r>
            <a:r>
              <a:rPr lang="en-US" dirty="0"/>
              <a:t> usually provides the direction and funding for the project</a:t>
            </a:r>
          </a:p>
          <a:p>
            <a:pPr lvl="1"/>
            <a:r>
              <a:rPr lang="en-US" dirty="0"/>
              <a:t>involves uncertainty</a:t>
            </a:r>
          </a:p>
          <a:p>
            <a:endParaRPr lang="en-US" sz="2400" dirty="0"/>
          </a:p>
        </p:txBody>
      </p:sp>
      <p:sp>
        <p:nvSpPr>
          <p:cNvPr id="19458" name="Rectangle 2"/>
          <p:cNvSpPr>
            <a:spLocks noGrp="1" noChangeArrowheads="1"/>
          </p:cNvSpPr>
          <p:nvPr>
            <p:ph type="title"/>
          </p:nvPr>
        </p:nvSpPr>
        <p:spPr/>
        <p:txBody>
          <a:bodyPr/>
          <a:lstStyle/>
          <a:p>
            <a:r>
              <a:rPr lang="en-US" dirty="0"/>
              <a:t>Project Attributes</a:t>
            </a:r>
          </a:p>
        </p:txBody>
      </p:sp>
      <p:sp>
        <p:nvSpPr>
          <p:cNvPr id="19460" name="Footer Placeholder 5"/>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r>
              <a:rPr lang="en-US" dirty="0"/>
              <a:t>Information Technology Project Management, Seventh Edition</a:t>
            </a:r>
          </a:p>
        </p:txBody>
      </p:sp>
      <p:sp>
        <p:nvSpPr>
          <p:cNvPr id="5" name="Slide Number Placeholder 4"/>
          <p:cNvSpPr>
            <a:spLocks noGrp="1"/>
          </p:cNvSpPr>
          <p:nvPr>
            <p:ph type="sldNum" sz="quarter" idx="11"/>
          </p:nvPr>
        </p:nvSpPr>
        <p:spPr/>
        <p:txBody>
          <a:bodyPr/>
          <a:lstStyle/>
          <a:p>
            <a:pPr>
              <a:defRPr/>
            </a:pPr>
            <a:fld id="{8CF5A6F9-FCCE-4D35-A21E-7ABDD06CAFE1}" type="slidenum">
              <a:rPr lang="en-US"/>
              <a:pPr>
                <a:defRPr/>
              </a:pPr>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idx="1"/>
          </p:nvPr>
        </p:nvSpPr>
        <p:spPr/>
        <p:txBody>
          <a:bodyPr/>
          <a:lstStyle/>
          <a:p>
            <a:pPr>
              <a:spcBef>
                <a:spcPct val="50000"/>
              </a:spcBef>
            </a:pPr>
            <a:r>
              <a:rPr lang="en-US" b="1" dirty="0"/>
              <a:t>Project managers </a:t>
            </a:r>
            <a:r>
              <a:rPr lang="en-US" dirty="0"/>
              <a:t>work with project sponsors, project team, and other people involved in a project to meet project goals</a:t>
            </a:r>
          </a:p>
          <a:p>
            <a:pPr>
              <a:spcBef>
                <a:spcPct val="50000"/>
              </a:spcBef>
            </a:pPr>
            <a:r>
              <a:rPr lang="en-US" b="1" dirty="0"/>
              <a:t>Program</a:t>
            </a:r>
            <a:r>
              <a:rPr lang="en-US" dirty="0"/>
              <a:t>: group of related projects managed in a coordinated way to obtain benefits and control not available from managing them individually (PMBOK</a:t>
            </a:r>
            <a:r>
              <a:rPr lang="en-US" dirty="0">
                <a:cs typeface="Times New Roman" pitchFamily="18" charset="0"/>
              </a:rPr>
              <a:t>®</a:t>
            </a:r>
            <a:r>
              <a:rPr lang="en-US" dirty="0"/>
              <a:t> Guide, Fifth Edition, 2012)</a:t>
            </a:r>
          </a:p>
          <a:p>
            <a:pPr>
              <a:spcBef>
                <a:spcPct val="50000"/>
              </a:spcBef>
            </a:pPr>
            <a:r>
              <a:rPr lang="en-US" dirty="0"/>
              <a:t>Program managers oversee programs; often act as bosses for project managers</a:t>
            </a:r>
          </a:p>
        </p:txBody>
      </p:sp>
      <p:sp>
        <p:nvSpPr>
          <p:cNvPr id="20482" name="Rectangle 2"/>
          <p:cNvSpPr>
            <a:spLocks noGrp="1" noChangeArrowheads="1"/>
          </p:cNvSpPr>
          <p:nvPr>
            <p:ph type="title"/>
          </p:nvPr>
        </p:nvSpPr>
        <p:spPr/>
        <p:txBody>
          <a:bodyPr/>
          <a:lstStyle/>
          <a:p>
            <a:r>
              <a:rPr lang="en-US" dirty="0"/>
              <a:t>Project and Program Managers</a:t>
            </a:r>
          </a:p>
        </p:txBody>
      </p:sp>
      <p:sp>
        <p:nvSpPr>
          <p:cNvPr id="20484" name="Footer Placeholder 5"/>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r>
              <a:rPr lang="en-US" dirty="0"/>
              <a:t>Information Technology Project Management, Seventh Edition</a:t>
            </a:r>
          </a:p>
        </p:txBody>
      </p:sp>
      <p:sp>
        <p:nvSpPr>
          <p:cNvPr id="5" name="Slide Number Placeholder 4"/>
          <p:cNvSpPr>
            <a:spLocks noGrp="1"/>
          </p:cNvSpPr>
          <p:nvPr>
            <p:ph type="sldNum" sz="quarter" idx="11"/>
          </p:nvPr>
        </p:nvSpPr>
        <p:spPr/>
        <p:txBody>
          <a:bodyPr/>
          <a:lstStyle/>
          <a:p>
            <a:pPr>
              <a:defRPr/>
            </a:pPr>
            <a:fld id="{6A49262D-F38F-4840-A525-07F75A4F3F0D}" type="slidenum">
              <a:rPr lang="en-US"/>
              <a:pPr>
                <a:defRPr/>
              </a:pPr>
              <a:t>7</a:t>
            </a:fld>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normAutofit fontScale="90000"/>
          </a:bodyPr>
          <a:lstStyle/>
          <a:p>
            <a:r>
              <a:rPr lang="en-US" dirty="0"/>
              <a:t>Figure 1-1 The Triple Constraint of Project Management</a:t>
            </a:r>
          </a:p>
        </p:txBody>
      </p:sp>
      <p:sp>
        <p:nvSpPr>
          <p:cNvPr id="21510" name="Footer Placeholder 7"/>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pPr>
              <a:buFontTx/>
              <a:buNone/>
            </a:pPr>
            <a:r>
              <a:rPr lang="en-US" dirty="0"/>
              <a:t>Information Technology Project Management, Seventh Edition</a:t>
            </a:r>
          </a:p>
        </p:txBody>
      </p:sp>
      <p:sp>
        <p:nvSpPr>
          <p:cNvPr id="7" name="Slide Number Placeholder 6"/>
          <p:cNvSpPr>
            <a:spLocks noGrp="1"/>
          </p:cNvSpPr>
          <p:nvPr>
            <p:ph type="sldNum" sz="quarter" idx="11"/>
          </p:nvPr>
        </p:nvSpPr>
        <p:spPr/>
        <p:txBody>
          <a:bodyPr/>
          <a:lstStyle/>
          <a:p>
            <a:pPr>
              <a:buFontTx/>
              <a:buNone/>
              <a:defRPr/>
            </a:pPr>
            <a:fld id="{E73CE052-F1B7-490B-A5C4-C391F856A612}" type="slidenum">
              <a:rPr lang="en-US"/>
              <a:pPr>
                <a:buFontTx/>
                <a:buNone/>
                <a:defRPr/>
              </a:pPr>
              <a:t>8</a:t>
            </a:fld>
            <a:endParaRPr lang="en-US" dirty="0"/>
          </a:p>
        </p:txBody>
      </p:sp>
      <p:sp>
        <p:nvSpPr>
          <p:cNvPr id="21509" name="Rectangle 6"/>
          <p:cNvSpPr>
            <a:spLocks noChangeArrowheads="1"/>
          </p:cNvSpPr>
          <p:nvPr/>
        </p:nvSpPr>
        <p:spPr bwMode="auto">
          <a:xfrm>
            <a:off x="3276600" y="1600200"/>
            <a:ext cx="2209800" cy="1143000"/>
          </a:xfrm>
          <a:prstGeom prst="rect">
            <a:avLst/>
          </a:prstGeom>
          <a:solidFill>
            <a:schemeClr val="bg1"/>
          </a:solidFill>
          <a:ln w="9525">
            <a:noFill/>
            <a:miter lim="800000"/>
            <a:headEnd/>
            <a:tailEnd/>
          </a:ln>
        </p:spPr>
        <p:txBody>
          <a:bodyPr wrap="none" anchor="ctr"/>
          <a:lstStyle/>
          <a:p>
            <a:pPr>
              <a:lnSpc>
                <a:spcPct val="90000"/>
              </a:lnSpc>
              <a:spcBef>
                <a:spcPct val="20000"/>
              </a:spcBef>
              <a:buFontTx/>
              <a:buChar char="•"/>
            </a:pP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62200" y="1447801"/>
            <a:ext cx="3947553" cy="48768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Grp="1" noChangeArrowheads="1"/>
          </p:cNvSpPr>
          <p:nvPr>
            <p:ph idx="1"/>
          </p:nvPr>
        </p:nvSpPr>
        <p:spPr>
          <a:xfrm>
            <a:off x="381000" y="1371600"/>
            <a:ext cx="8077200" cy="4572000"/>
          </a:xfrm>
        </p:spPr>
        <p:txBody>
          <a:bodyPr/>
          <a:lstStyle/>
          <a:p>
            <a:pPr>
              <a:spcBef>
                <a:spcPct val="100000"/>
              </a:spcBef>
            </a:pPr>
            <a:r>
              <a:rPr lang="en-US" b="1" dirty="0"/>
              <a:t>Project management </a:t>
            </a:r>
            <a:r>
              <a:rPr lang="en-US" dirty="0"/>
              <a:t>is</a:t>
            </a:r>
            <a:r>
              <a:rPr lang="en-US" b="1" dirty="0"/>
              <a:t> </a:t>
            </a:r>
            <a:r>
              <a:rPr lang="en-US" dirty="0"/>
              <a:t>“the application of knowledge, skills, tools and techniques to project activities to meet project requirements” (PMBOK</a:t>
            </a:r>
            <a:r>
              <a:rPr lang="en-US" dirty="0">
                <a:cs typeface="Times New Roman" pitchFamily="18" charset="0"/>
              </a:rPr>
              <a:t>®</a:t>
            </a:r>
            <a:r>
              <a:rPr lang="en-US" dirty="0"/>
              <a:t> Guide, Fourth Edition, 2012)</a:t>
            </a:r>
          </a:p>
          <a:p>
            <a:r>
              <a:rPr lang="en-US" dirty="0"/>
              <a:t>Project managers strive to meet the </a:t>
            </a:r>
            <a:r>
              <a:rPr lang="en-US" b="1" dirty="0"/>
              <a:t>triple constraint </a:t>
            </a:r>
            <a:r>
              <a:rPr lang="en-US" dirty="0"/>
              <a:t>(project scope, time, and cost goals) and also facilitate the entire process to meet the needs and expectations of project stakeholders</a:t>
            </a:r>
          </a:p>
        </p:txBody>
      </p:sp>
      <p:sp>
        <p:nvSpPr>
          <p:cNvPr id="22530" name="Rectangle 2"/>
          <p:cNvSpPr>
            <a:spLocks noGrp="1" noChangeArrowheads="1"/>
          </p:cNvSpPr>
          <p:nvPr>
            <p:ph type="title"/>
          </p:nvPr>
        </p:nvSpPr>
        <p:spPr/>
        <p:txBody>
          <a:bodyPr/>
          <a:lstStyle/>
          <a:p>
            <a:r>
              <a:rPr lang="en-US" dirty="0"/>
              <a:t>What is Project Management?</a:t>
            </a:r>
          </a:p>
        </p:txBody>
      </p:sp>
      <p:sp>
        <p:nvSpPr>
          <p:cNvPr id="22532" name="Footer Placeholder 5"/>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r>
              <a:rPr lang="en-US" dirty="0"/>
              <a:t>Information Technology Project Management, Seventh Edition</a:t>
            </a:r>
          </a:p>
        </p:txBody>
      </p:sp>
      <p:sp>
        <p:nvSpPr>
          <p:cNvPr id="5" name="Slide Number Placeholder 4"/>
          <p:cNvSpPr>
            <a:spLocks noGrp="1"/>
          </p:cNvSpPr>
          <p:nvPr>
            <p:ph type="sldNum" sz="quarter" idx="11"/>
          </p:nvPr>
        </p:nvSpPr>
        <p:spPr/>
        <p:txBody>
          <a:bodyPr/>
          <a:lstStyle/>
          <a:p>
            <a:pPr>
              <a:defRPr/>
            </a:pPr>
            <a:fld id="{BBD10AEE-A1C4-442C-A1CB-1C513439EF3C}" type="slidenum">
              <a:rPr lang="en-US"/>
              <a:pPr>
                <a:defRPr/>
              </a:pPr>
              <a:t>9</a:t>
            </a:fld>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normAutofit fontScale="90000"/>
          </a:bodyPr>
          <a:lstStyle/>
          <a:p>
            <a:r>
              <a:rPr lang="en-US" dirty="0"/>
              <a:t>Figure 1-2 Project Management Framework</a:t>
            </a:r>
          </a:p>
        </p:txBody>
      </p:sp>
      <p:sp>
        <p:nvSpPr>
          <p:cNvPr id="23555" name="Footer Placeholder 5"/>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pPr>
              <a:buFontTx/>
              <a:buNone/>
            </a:pPr>
            <a:r>
              <a:rPr lang="en-US" dirty="0"/>
              <a:t>Information Technology Project Management, Seventh Edition</a:t>
            </a:r>
          </a:p>
        </p:txBody>
      </p:sp>
      <p:sp>
        <p:nvSpPr>
          <p:cNvPr id="6" name="Slide Number Placeholder 5"/>
          <p:cNvSpPr>
            <a:spLocks noGrp="1"/>
          </p:cNvSpPr>
          <p:nvPr>
            <p:ph type="sldNum" sz="quarter" idx="11"/>
          </p:nvPr>
        </p:nvSpPr>
        <p:spPr/>
        <p:txBody>
          <a:bodyPr/>
          <a:lstStyle/>
          <a:p>
            <a:pPr>
              <a:buFontTx/>
              <a:buNone/>
              <a:defRPr/>
            </a:pPr>
            <a:fld id="{7D655A70-A149-4DA4-995F-382037F2D2FB}" type="slidenum">
              <a:rPr lang="en-US"/>
              <a:pPr>
                <a:buFontTx/>
                <a:buNone/>
                <a:defRPr/>
              </a:pPr>
              <a:t>10</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055" y="1600200"/>
            <a:ext cx="8840274" cy="449398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idx="1"/>
          </p:nvPr>
        </p:nvSpPr>
        <p:spPr>
          <a:xfrm>
            <a:off x="609600" y="1524000"/>
            <a:ext cx="8186738" cy="4791075"/>
          </a:xfrm>
        </p:spPr>
        <p:txBody>
          <a:bodyPr/>
          <a:lstStyle/>
          <a:p>
            <a:pPr>
              <a:lnSpc>
                <a:spcPct val="90000"/>
              </a:lnSpc>
            </a:pPr>
            <a:r>
              <a:rPr lang="en-US" b="1" dirty="0"/>
              <a:t>Stakeholders </a:t>
            </a:r>
            <a:r>
              <a:rPr lang="en-US" dirty="0"/>
              <a:t>are the people involved in or affected by project activities</a:t>
            </a:r>
          </a:p>
          <a:p>
            <a:pPr>
              <a:lnSpc>
                <a:spcPct val="90000"/>
              </a:lnSpc>
            </a:pPr>
            <a:r>
              <a:rPr lang="en-US" dirty="0"/>
              <a:t>Stakeholders include</a:t>
            </a:r>
          </a:p>
          <a:p>
            <a:pPr lvl="1">
              <a:lnSpc>
                <a:spcPct val="90000"/>
              </a:lnSpc>
            </a:pPr>
            <a:r>
              <a:rPr lang="en-US" dirty="0"/>
              <a:t>the project sponsor</a:t>
            </a:r>
          </a:p>
          <a:p>
            <a:pPr lvl="1">
              <a:lnSpc>
                <a:spcPct val="90000"/>
              </a:lnSpc>
            </a:pPr>
            <a:r>
              <a:rPr lang="en-US" dirty="0"/>
              <a:t>the project manager</a:t>
            </a:r>
          </a:p>
          <a:p>
            <a:pPr lvl="1">
              <a:lnSpc>
                <a:spcPct val="90000"/>
              </a:lnSpc>
            </a:pPr>
            <a:r>
              <a:rPr lang="en-US" dirty="0"/>
              <a:t>the project team</a:t>
            </a:r>
          </a:p>
          <a:p>
            <a:pPr lvl="1">
              <a:lnSpc>
                <a:spcPct val="90000"/>
              </a:lnSpc>
            </a:pPr>
            <a:r>
              <a:rPr lang="en-US" dirty="0"/>
              <a:t>support staff</a:t>
            </a:r>
          </a:p>
          <a:p>
            <a:pPr lvl="1">
              <a:lnSpc>
                <a:spcPct val="90000"/>
              </a:lnSpc>
            </a:pPr>
            <a:r>
              <a:rPr lang="en-US" dirty="0"/>
              <a:t>customers</a:t>
            </a:r>
          </a:p>
          <a:p>
            <a:pPr lvl="1">
              <a:lnSpc>
                <a:spcPct val="90000"/>
              </a:lnSpc>
            </a:pPr>
            <a:r>
              <a:rPr lang="en-US" dirty="0"/>
              <a:t>users</a:t>
            </a:r>
          </a:p>
          <a:p>
            <a:pPr lvl="1">
              <a:lnSpc>
                <a:spcPct val="90000"/>
              </a:lnSpc>
            </a:pPr>
            <a:r>
              <a:rPr lang="en-US" dirty="0"/>
              <a:t>suppliers</a:t>
            </a:r>
          </a:p>
          <a:p>
            <a:pPr lvl="1">
              <a:lnSpc>
                <a:spcPct val="90000"/>
              </a:lnSpc>
            </a:pPr>
            <a:r>
              <a:rPr lang="en-US" dirty="0"/>
              <a:t>opponents to the project</a:t>
            </a:r>
          </a:p>
        </p:txBody>
      </p:sp>
      <p:sp>
        <p:nvSpPr>
          <p:cNvPr id="24578" name="Rectangle 2"/>
          <p:cNvSpPr>
            <a:spLocks noGrp="1" noChangeArrowheads="1"/>
          </p:cNvSpPr>
          <p:nvPr>
            <p:ph type="title"/>
          </p:nvPr>
        </p:nvSpPr>
        <p:spPr/>
        <p:txBody>
          <a:bodyPr/>
          <a:lstStyle/>
          <a:p>
            <a:r>
              <a:rPr lang="en-US" dirty="0"/>
              <a:t>Project Stakeholders</a:t>
            </a:r>
          </a:p>
        </p:txBody>
      </p:sp>
      <p:sp>
        <p:nvSpPr>
          <p:cNvPr id="24580" name="Footer Placeholder 5"/>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r>
              <a:rPr lang="en-US" dirty="0"/>
              <a:t>Information Technology Project Management, Seventh Edition</a:t>
            </a:r>
          </a:p>
        </p:txBody>
      </p:sp>
      <p:sp>
        <p:nvSpPr>
          <p:cNvPr id="5" name="Slide Number Placeholder 4"/>
          <p:cNvSpPr>
            <a:spLocks noGrp="1"/>
          </p:cNvSpPr>
          <p:nvPr>
            <p:ph type="sldNum" sz="quarter" idx="11"/>
          </p:nvPr>
        </p:nvSpPr>
        <p:spPr/>
        <p:txBody>
          <a:bodyPr/>
          <a:lstStyle/>
          <a:p>
            <a:pPr>
              <a:defRPr/>
            </a:pPr>
            <a:fld id="{F32BD8DC-3670-4F66-BAF1-AB767FF85EC4}" type="slidenum">
              <a:rPr lang="en-US"/>
              <a:pPr>
                <a:defRPr/>
              </a:pPr>
              <a:t>11</a:t>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p:cNvSpPr>
            <a:spLocks noGrp="1" noChangeArrowheads="1"/>
          </p:cNvSpPr>
          <p:nvPr>
            <p:ph idx="1"/>
          </p:nvPr>
        </p:nvSpPr>
        <p:spPr>
          <a:xfrm>
            <a:off x="381000" y="1524000"/>
            <a:ext cx="8458200" cy="4876800"/>
          </a:xfrm>
        </p:spPr>
        <p:txBody>
          <a:bodyPr/>
          <a:lstStyle/>
          <a:p>
            <a:pPr>
              <a:lnSpc>
                <a:spcPct val="90000"/>
              </a:lnSpc>
            </a:pPr>
            <a:r>
              <a:rPr lang="en-US" b="1" dirty="0"/>
              <a:t>Knowledge areas </a:t>
            </a:r>
            <a:r>
              <a:rPr lang="en-US" dirty="0"/>
              <a:t>describe the key competencies that project managers must develop</a:t>
            </a:r>
          </a:p>
          <a:p>
            <a:r>
              <a:rPr lang="en-US" dirty="0"/>
              <a:t>Project managers must have knowledge and skills in all 10 knowledge areas (project integration, scope, time, cost, quality, human resource, communications, risk, procurement, and stakeholder management)</a:t>
            </a:r>
          </a:p>
          <a:p>
            <a:r>
              <a:rPr lang="en-US" dirty="0"/>
              <a:t>This text includes an entire chapter on each knowledge area</a:t>
            </a:r>
          </a:p>
        </p:txBody>
      </p:sp>
      <p:sp>
        <p:nvSpPr>
          <p:cNvPr id="25602" name="Rectangle 2"/>
          <p:cNvSpPr>
            <a:spLocks noGrp="1" noChangeArrowheads="1"/>
          </p:cNvSpPr>
          <p:nvPr>
            <p:ph type="title"/>
          </p:nvPr>
        </p:nvSpPr>
        <p:spPr>
          <a:xfrm>
            <a:off x="381000" y="381000"/>
            <a:ext cx="8534400" cy="1143000"/>
          </a:xfrm>
        </p:spPr>
        <p:txBody>
          <a:bodyPr>
            <a:normAutofit fontScale="90000"/>
          </a:bodyPr>
          <a:lstStyle/>
          <a:p>
            <a:r>
              <a:rPr lang="en-US" dirty="0"/>
              <a:t>10 Project Management Knowledge Areas</a:t>
            </a:r>
          </a:p>
        </p:txBody>
      </p:sp>
      <p:sp>
        <p:nvSpPr>
          <p:cNvPr id="25604" name="Footer Placeholder 5"/>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r>
              <a:rPr lang="en-US" dirty="0"/>
              <a:t>Information Technology Project Management, Seventh Edition</a:t>
            </a:r>
          </a:p>
        </p:txBody>
      </p:sp>
      <p:sp>
        <p:nvSpPr>
          <p:cNvPr id="5" name="Slide Number Placeholder 4"/>
          <p:cNvSpPr>
            <a:spLocks noGrp="1"/>
          </p:cNvSpPr>
          <p:nvPr>
            <p:ph type="sldNum" sz="quarter" idx="11"/>
          </p:nvPr>
        </p:nvSpPr>
        <p:spPr/>
        <p:txBody>
          <a:bodyPr/>
          <a:lstStyle/>
          <a:p>
            <a:pPr>
              <a:defRPr/>
            </a:pPr>
            <a:fld id="{C68EB7DF-90B0-4429-8A5B-58BA5697E9F8}" type="slidenum">
              <a:rPr lang="en-US"/>
              <a:pPr>
                <a:defRPr/>
              </a:pPr>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3"/>
          <p:cNvSpPr>
            <a:spLocks noGrp="1" noChangeArrowheads="1"/>
          </p:cNvSpPr>
          <p:nvPr>
            <p:ph idx="1"/>
          </p:nvPr>
        </p:nvSpPr>
        <p:spPr>
          <a:xfrm>
            <a:off x="381000" y="1612900"/>
            <a:ext cx="8458200" cy="4330700"/>
          </a:xfrm>
        </p:spPr>
        <p:txBody>
          <a:bodyPr/>
          <a:lstStyle/>
          <a:p>
            <a:r>
              <a:rPr lang="en-US" b="1" dirty="0"/>
              <a:t>Project management tools and techniques </a:t>
            </a:r>
            <a:r>
              <a:rPr lang="en-US" dirty="0"/>
              <a:t>assist project managers and their teams in various aspects of project management</a:t>
            </a:r>
          </a:p>
          <a:p>
            <a:r>
              <a:rPr lang="en-US" dirty="0"/>
              <a:t>Some specific ones include</a:t>
            </a:r>
          </a:p>
          <a:p>
            <a:pPr lvl="1"/>
            <a:r>
              <a:rPr lang="en-US" dirty="0"/>
              <a:t>Project charter, scope statement, and WBS (scope)</a:t>
            </a:r>
          </a:p>
          <a:p>
            <a:pPr lvl="1"/>
            <a:r>
              <a:rPr lang="en-US" dirty="0"/>
              <a:t>Gantt charts, network diagrams, critical path analysis, critical chain scheduling (time)</a:t>
            </a:r>
          </a:p>
          <a:p>
            <a:pPr lvl="1"/>
            <a:r>
              <a:rPr lang="en-US" dirty="0"/>
              <a:t>Cost estimates and earned value management (cost)</a:t>
            </a:r>
          </a:p>
          <a:p>
            <a:pPr lvl="1"/>
            <a:r>
              <a:rPr lang="en-US" dirty="0"/>
              <a:t>See Table 1-1 for many more</a:t>
            </a:r>
            <a:endParaRPr lang="en-US" sz="3000" dirty="0"/>
          </a:p>
          <a:p>
            <a:pPr lvl="1">
              <a:lnSpc>
                <a:spcPct val="90000"/>
              </a:lnSpc>
            </a:pPr>
            <a:endParaRPr lang="en-US" dirty="0"/>
          </a:p>
        </p:txBody>
      </p:sp>
      <p:sp>
        <p:nvSpPr>
          <p:cNvPr id="26626" name="Rectangle 2"/>
          <p:cNvSpPr>
            <a:spLocks noGrp="1" noChangeArrowheads="1"/>
          </p:cNvSpPr>
          <p:nvPr>
            <p:ph type="title"/>
          </p:nvPr>
        </p:nvSpPr>
        <p:spPr/>
        <p:txBody>
          <a:bodyPr>
            <a:normAutofit fontScale="90000"/>
          </a:bodyPr>
          <a:lstStyle/>
          <a:p>
            <a:r>
              <a:rPr lang="en-US" dirty="0"/>
              <a:t>Project Management Tools and Techniques</a:t>
            </a:r>
          </a:p>
        </p:txBody>
      </p:sp>
      <p:sp>
        <p:nvSpPr>
          <p:cNvPr id="26628" name="Footer Placeholder 5"/>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r>
              <a:rPr lang="en-US" dirty="0"/>
              <a:t>Information Technology Project Management, Seventh Edition</a:t>
            </a:r>
          </a:p>
        </p:txBody>
      </p:sp>
      <p:sp>
        <p:nvSpPr>
          <p:cNvPr id="5" name="Slide Number Placeholder 4"/>
          <p:cNvSpPr>
            <a:spLocks noGrp="1"/>
          </p:cNvSpPr>
          <p:nvPr>
            <p:ph type="sldNum" sz="quarter" idx="11"/>
          </p:nvPr>
        </p:nvSpPr>
        <p:spPr/>
        <p:txBody>
          <a:bodyPr/>
          <a:lstStyle/>
          <a:p>
            <a:pPr>
              <a:defRPr/>
            </a:pPr>
            <a:fld id="{91DE2A35-A3A0-48F2-BAA4-D5904553118B}" type="slidenum">
              <a:rPr lang="en-US"/>
              <a:pPr>
                <a:defRPr/>
              </a:pPr>
              <a:t>13</a:t>
            </a:fld>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Content Placeholder 3"/>
          <p:cNvSpPr>
            <a:spLocks noGrp="1"/>
          </p:cNvSpPr>
          <p:nvPr>
            <p:ph idx="1"/>
          </p:nvPr>
        </p:nvSpPr>
        <p:spPr/>
        <p:txBody>
          <a:bodyPr/>
          <a:lstStyle/>
          <a:p>
            <a:r>
              <a:rPr lang="en-US" dirty="0"/>
              <a:t>There are several ways to define project success:</a:t>
            </a:r>
          </a:p>
          <a:p>
            <a:pPr lvl="1"/>
            <a:r>
              <a:rPr lang="en-US" dirty="0"/>
              <a:t>The project met scope, time, and cost goals</a:t>
            </a:r>
          </a:p>
          <a:p>
            <a:pPr lvl="1"/>
            <a:r>
              <a:rPr lang="en-US" dirty="0"/>
              <a:t>The project satisfied the customer/sponsor</a:t>
            </a:r>
          </a:p>
          <a:p>
            <a:pPr lvl="1"/>
            <a:r>
              <a:rPr lang="en-US" dirty="0"/>
              <a:t>The results of the project met its main objective, such as making or saving a certain amount of money, providing a good return on investment, or simply making the sponsors happy</a:t>
            </a:r>
          </a:p>
        </p:txBody>
      </p:sp>
      <p:sp>
        <p:nvSpPr>
          <p:cNvPr id="30722" name="Title 1"/>
          <p:cNvSpPr>
            <a:spLocks noGrp="1"/>
          </p:cNvSpPr>
          <p:nvPr>
            <p:ph type="title"/>
          </p:nvPr>
        </p:nvSpPr>
        <p:spPr/>
        <p:txBody>
          <a:bodyPr/>
          <a:lstStyle/>
          <a:p>
            <a:r>
              <a:rPr lang="en-US" dirty="0"/>
              <a:t>Project Success</a:t>
            </a:r>
          </a:p>
        </p:txBody>
      </p:sp>
      <p:sp>
        <p:nvSpPr>
          <p:cNvPr id="30723" name="Footer Placeholder 2"/>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r>
              <a:rPr lang="en-US" dirty="0"/>
              <a:t>Information Technology Project Management, Seventh Edition</a:t>
            </a:r>
          </a:p>
        </p:txBody>
      </p:sp>
      <p:sp>
        <p:nvSpPr>
          <p:cNvPr id="5" name="Slide Number Placeholder 4"/>
          <p:cNvSpPr>
            <a:spLocks noGrp="1"/>
          </p:cNvSpPr>
          <p:nvPr>
            <p:ph type="sldNum" sz="quarter" idx="11"/>
          </p:nvPr>
        </p:nvSpPr>
        <p:spPr/>
        <p:txBody>
          <a:bodyPr/>
          <a:lstStyle/>
          <a:p>
            <a:pPr>
              <a:defRPr/>
            </a:pPr>
            <a:fld id="{B96FF679-B247-40A7-B574-6049B4430BD8}" type="slidenum">
              <a:rPr lang="en-US"/>
              <a:pPr>
                <a:defRPr/>
              </a:pPr>
              <a:t>14</a:t>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1" name="Rectangle 3"/>
          <p:cNvSpPr>
            <a:spLocks noGrp="1" noChangeArrowheads="1"/>
          </p:cNvSpPr>
          <p:nvPr>
            <p:ph idx="1"/>
          </p:nvPr>
        </p:nvSpPr>
        <p:spPr/>
        <p:txBody>
          <a:bodyPr>
            <a:normAutofit fontScale="92500" lnSpcReduction="10000"/>
          </a:bodyPr>
          <a:lstStyle/>
          <a:p>
            <a:pPr marL="274320" indent="-274320" fontAlgn="auto">
              <a:spcBef>
                <a:spcPct val="100000"/>
              </a:spcBef>
              <a:spcAft>
                <a:spcPts val="0"/>
              </a:spcAft>
              <a:defRPr/>
            </a:pPr>
            <a:r>
              <a:rPr lang="en-US" dirty="0"/>
              <a:t>A </a:t>
            </a:r>
            <a:r>
              <a:rPr lang="en-US" b="1" dirty="0"/>
              <a:t>program</a:t>
            </a:r>
            <a:r>
              <a:rPr lang="en-US" dirty="0"/>
              <a:t> is “a group of related projects managed in a coordinated way to obtain benefits and control not available from managing them individually” (PMBOK® Guide, Fifth Edition, 2012)</a:t>
            </a:r>
          </a:p>
          <a:p>
            <a:pPr marL="274320" indent="-274320" fontAlgn="auto">
              <a:spcBef>
                <a:spcPct val="100000"/>
              </a:spcBef>
              <a:spcAft>
                <a:spcPts val="0"/>
              </a:spcAft>
              <a:defRPr/>
            </a:pPr>
            <a:r>
              <a:rPr lang="en-US" dirty="0"/>
              <a:t>A </a:t>
            </a:r>
            <a:r>
              <a:rPr lang="en-US" b="1" dirty="0"/>
              <a:t>program manager </a:t>
            </a:r>
            <a:r>
              <a:rPr lang="en-US" dirty="0"/>
              <a:t>provides leadership and direction for the project managers heading the projects within the program</a:t>
            </a:r>
          </a:p>
          <a:p>
            <a:pPr marL="274320" indent="-274320" fontAlgn="auto">
              <a:spcBef>
                <a:spcPct val="100000"/>
              </a:spcBef>
              <a:spcAft>
                <a:spcPts val="0"/>
              </a:spcAft>
              <a:defRPr/>
            </a:pPr>
            <a:r>
              <a:rPr lang="en-US" dirty="0"/>
              <a:t>Examples of common programs in the IT field include infrastructure, applications development, and user support</a:t>
            </a:r>
          </a:p>
          <a:p>
            <a:pPr marL="548640" lvl="1" fontAlgn="auto">
              <a:spcBef>
                <a:spcPct val="100000"/>
              </a:spcBef>
              <a:spcAft>
                <a:spcPts val="0"/>
              </a:spcAft>
              <a:buFont typeface="Wingdings 2"/>
              <a:buChar char=""/>
              <a:defRPr/>
            </a:pPr>
            <a:endParaRPr lang="en-US" dirty="0"/>
          </a:p>
        </p:txBody>
      </p:sp>
      <p:sp>
        <p:nvSpPr>
          <p:cNvPr id="89090" name="Rectangle 2"/>
          <p:cNvSpPr>
            <a:spLocks noGrp="1" noChangeArrowheads="1"/>
          </p:cNvSpPr>
          <p:nvPr>
            <p:ph type="title"/>
          </p:nvPr>
        </p:nvSpPr>
        <p:spPr/>
        <p:txBody>
          <a:bodyPr>
            <a:normAutofit fontScale="90000"/>
          </a:bodyPr>
          <a:lstStyle/>
          <a:p>
            <a:pPr fontAlgn="auto">
              <a:spcAft>
                <a:spcPts val="0"/>
              </a:spcAft>
              <a:defRPr/>
            </a:pPr>
            <a:r>
              <a:rPr lang="en-US" dirty="0"/>
              <a:t>Program and Project Portfolio Management</a:t>
            </a:r>
          </a:p>
        </p:txBody>
      </p:sp>
      <p:sp>
        <p:nvSpPr>
          <p:cNvPr id="33796" name="Footer Placeholder 5"/>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r>
              <a:rPr lang="en-US" dirty="0"/>
              <a:t>Information Technology Project Management, Seventh Edition</a:t>
            </a:r>
          </a:p>
        </p:txBody>
      </p:sp>
      <p:sp>
        <p:nvSpPr>
          <p:cNvPr id="5" name="Slide Number Placeholder 4"/>
          <p:cNvSpPr>
            <a:spLocks noGrp="1"/>
          </p:cNvSpPr>
          <p:nvPr>
            <p:ph type="sldNum" sz="quarter" idx="11"/>
          </p:nvPr>
        </p:nvSpPr>
        <p:spPr/>
        <p:txBody>
          <a:bodyPr/>
          <a:lstStyle/>
          <a:p>
            <a:pPr>
              <a:defRPr/>
            </a:pPr>
            <a:fld id="{A16827AD-D54E-4A9A-98B6-75CDFBE63C20}" type="slidenum">
              <a:rPr lang="en-US"/>
              <a:pPr>
                <a:defRPr/>
              </a:pPr>
              <a:t>15</a:t>
            </a:fld>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Content Placeholder 3"/>
          <p:cNvSpPr>
            <a:spLocks noGrp="1"/>
          </p:cNvSpPr>
          <p:nvPr>
            <p:ph idx="1"/>
          </p:nvPr>
        </p:nvSpPr>
        <p:spPr/>
        <p:txBody>
          <a:bodyPr/>
          <a:lstStyle/>
          <a:p>
            <a:r>
              <a:rPr lang="en-US" dirty="0"/>
              <a:t>As part of </a:t>
            </a:r>
            <a:r>
              <a:rPr lang="en-US" b="1" dirty="0"/>
              <a:t>project portfolio management</a:t>
            </a:r>
            <a:r>
              <a:rPr lang="en-US" dirty="0"/>
              <a:t>, organizations group and manage projects and programs as a portfolio of investments that contribute to the entire enterprise’s success</a:t>
            </a:r>
          </a:p>
          <a:p>
            <a:r>
              <a:rPr lang="en-US" dirty="0"/>
              <a:t>Portfolio managers help their organizations make wise investment decisions by helping to select and analyze projects from a strategic perspective</a:t>
            </a:r>
          </a:p>
          <a:p>
            <a:endParaRPr lang="en-US" dirty="0"/>
          </a:p>
          <a:p>
            <a:endParaRPr lang="en-US" dirty="0"/>
          </a:p>
        </p:txBody>
      </p:sp>
      <p:sp>
        <p:nvSpPr>
          <p:cNvPr id="34818" name="Title 1"/>
          <p:cNvSpPr>
            <a:spLocks noGrp="1"/>
          </p:cNvSpPr>
          <p:nvPr>
            <p:ph type="title"/>
          </p:nvPr>
        </p:nvSpPr>
        <p:spPr/>
        <p:txBody>
          <a:bodyPr/>
          <a:lstStyle/>
          <a:p>
            <a:r>
              <a:rPr lang="en-US" dirty="0"/>
              <a:t>Project Portfolio Management</a:t>
            </a:r>
          </a:p>
        </p:txBody>
      </p:sp>
      <p:sp>
        <p:nvSpPr>
          <p:cNvPr id="34819" name="Footer Placeholder 2"/>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r>
              <a:rPr lang="en-US" dirty="0"/>
              <a:t>Information Technology Project Management, Seventh Edition</a:t>
            </a:r>
          </a:p>
        </p:txBody>
      </p:sp>
      <p:sp>
        <p:nvSpPr>
          <p:cNvPr id="5" name="Slide Number Placeholder 4"/>
          <p:cNvSpPr>
            <a:spLocks noGrp="1"/>
          </p:cNvSpPr>
          <p:nvPr>
            <p:ph type="sldNum" sz="quarter" idx="11"/>
          </p:nvPr>
        </p:nvSpPr>
        <p:spPr/>
        <p:txBody>
          <a:bodyPr/>
          <a:lstStyle/>
          <a:p>
            <a:pPr>
              <a:defRPr/>
            </a:pPr>
            <a:fld id="{2FBC5DE6-0D10-491C-9D95-CD65B3FEB7F0}" type="slidenum">
              <a:rPr lang="en-US"/>
              <a:pPr>
                <a:defRPr/>
              </a:pPr>
              <a:t>16</a:t>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normAutofit fontScale="90000"/>
          </a:bodyPr>
          <a:lstStyle/>
          <a:p>
            <a:r>
              <a:rPr lang="en-US" sz="3200" dirty="0"/>
              <a:t>Figure 1-3. </a:t>
            </a:r>
            <a:r>
              <a:rPr lang="en-US" sz="3200" i="1" dirty="0"/>
              <a:t>Project Management Compared to Project Portfolio Management</a:t>
            </a:r>
          </a:p>
        </p:txBody>
      </p:sp>
      <p:sp>
        <p:nvSpPr>
          <p:cNvPr id="35843" name="Footer Placeholder 2"/>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r>
              <a:rPr lang="en-US" dirty="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0A6DAE91-3CCC-4475-8BBE-416A848BB383}" type="slidenum">
              <a:rPr lang="en-US"/>
              <a:pPr>
                <a:defRPr/>
              </a:pPr>
              <a:t>17</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0" y="1358685"/>
            <a:ext cx="6477000" cy="502790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auto">
              <a:spcAft>
                <a:spcPts val="0"/>
              </a:spcAft>
              <a:defRPr/>
            </a:pPr>
            <a:r>
              <a:rPr lang="en-US" dirty="0"/>
              <a:t>Figure 1-4. Sample Project Portfolio Approach</a:t>
            </a:r>
          </a:p>
        </p:txBody>
      </p:sp>
      <p:sp>
        <p:nvSpPr>
          <p:cNvPr id="37891" name="Footer Placeholder 2"/>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r>
              <a:rPr lang="en-US" dirty="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9DEE5709-E4C6-4E16-A3F2-ED34C0BD84D8}" type="slidenum">
              <a:rPr lang="en-US"/>
              <a:pPr>
                <a:defRPr/>
              </a:pPr>
              <a:t>18</a:t>
            </a:fld>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 y="1604331"/>
            <a:ext cx="8839200" cy="459884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4" name="Content Placeholder 3"/>
          <p:cNvSpPr>
            <a:spLocks noGrp="1"/>
          </p:cNvSpPr>
          <p:nvPr>
            <p:ph idx="1"/>
          </p:nvPr>
        </p:nvSpPr>
        <p:spPr/>
        <p:txBody>
          <a:bodyPr/>
          <a:lstStyle/>
          <a:p>
            <a:pPr>
              <a:spcBef>
                <a:spcPct val="100000"/>
              </a:spcBef>
            </a:pPr>
            <a:r>
              <a:rPr lang="en-US" dirty="0"/>
              <a:t>Job descriptions vary, but most include responsibilities like planning, scheduling, coordinating, and working with people to achieve project goals</a:t>
            </a:r>
          </a:p>
          <a:p>
            <a:pPr>
              <a:spcBef>
                <a:spcPct val="100000"/>
              </a:spcBef>
            </a:pPr>
            <a:r>
              <a:rPr lang="en-US" dirty="0"/>
              <a:t>Remember that 97% of successful projects were led by experienced project managers, who can often help influence success factors</a:t>
            </a:r>
          </a:p>
        </p:txBody>
      </p:sp>
      <p:sp>
        <p:nvSpPr>
          <p:cNvPr id="40962" name="Title 1"/>
          <p:cNvSpPr>
            <a:spLocks noGrp="1"/>
          </p:cNvSpPr>
          <p:nvPr>
            <p:ph type="title"/>
          </p:nvPr>
        </p:nvSpPr>
        <p:spPr/>
        <p:txBody>
          <a:bodyPr/>
          <a:lstStyle/>
          <a:p>
            <a:r>
              <a:rPr lang="en-US" dirty="0"/>
              <a:t>The Role of the Project Manager</a:t>
            </a:r>
          </a:p>
        </p:txBody>
      </p:sp>
      <p:sp>
        <p:nvSpPr>
          <p:cNvPr id="40963" name="Footer Placeholder 2"/>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r>
              <a:rPr lang="en-US" dirty="0"/>
              <a:t>Information Technology Project Management, Seventh Edition</a:t>
            </a:r>
          </a:p>
        </p:txBody>
      </p:sp>
      <p:sp>
        <p:nvSpPr>
          <p:cNvPr id="5" name="Slide Number Placeholder 4"/>
          <p:cNvSpPr>
            <a:spLocks noGrp="1"/>
          </p:cNvSpPr>
          <p:nvPr>
            <p:ph type="sldNum" sz="quarter" idx="11"/>
          </p:nvPr>
        </p:nvSpPr>
        <p:spPr/>
        <p:txBody>
          <a:bodyPr/>
          <a:lstStyle/>
          <a:p>
            <a:pPr>
              <a:defRPr/>
            </a:pPr>
            <a:fld id="{8BB5399D-7FF4-4603-99A0-4BD1F7EE85E4}" type="slidenum">
              <a:rPr lang="en-US"/>
              <a:pPr>
                <a:defRPr/>
              </a:pPr>
              <a:t>19</a:t>
            </a:fld>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3"/>
          <p:cNvSpPr>
            <a:spLocks noGrp="1" noChangeArrowheads="1"/>
          </p:cNvSpPr>
          <p:nvPr>
            <p:ph idx="1"/>
          </p:nvPr>
        </p:nvSpPr>
        <p:spPr>
          <a:xfrm>
            <a:off x="457200" y="1452563"/>
            <a:ext cx="8229600" cy="4410075"/>
          </a:xfrm>
        </p:spPr>
        <p:txBody>
          <a:bodyPr/>
          <a:lstStyle/>
          <a:p>
            <a:r>
              <a:rPr lang="en-US" dirty="0"/>
              <a:t>The Project Management Body of Knowledge</a:t>
            </a:r>
          </a:p>
          <a:p>
            <a:r>
              <a:rPr lang="en-US" dirty="0"/>
              <a:t>Application area knowledge, standards, and regulations</a:t>
            </a:r>
          </a:p>
          <a:p>
            <a:r>
              <a:rPr lang="en-US" dirty="0"/>
              <a:t>Project environment knowledge</a:t>
            </a:r>
          </a:p>
          <a:p>
            <a:r>
              <a:rPr lang="en-US" dirty="0"/>
              <a:t>General management knowledge and skills</a:t>
            </a:r>
          </a:p>
          <a:p>
            <a:r>
              <a:rPr lang="en-US" dirty="0"/>
              <a:t>Soft skills or human relations skills</a:t>
            </a:r>
          </a:p>
          <a:p>
            <a:pPr>
              <a:lnSpc>
                <a:spcPct val="90000"/>
              </a:lnSpc>
              <a:buFont typeface="Symbol" pitchFamily="18" charset="2"/>
              <a:buNone/>
            </a:pPr>
            <a:endParaRPr lang="en-US" dirty="0"/>
          </a:p>
        </p:txBody>
      </p:sp>
      <p:sp>
        <p:nvSpPr>
          <p:cNvPr id="41986" name="Rectangle 2"/>
          <p:cNvSpPr>
            <a:spLocks noGrp="1" noChangeArrowheads="1"/>
          </p:cNvSpPr>
          <p:nvPr>
            <p:ph type="title"/>
          </p:nvPr>
        </p:nvSpPr>
        <p:spPr>
          <a:xfrm>
            <a:off x="533400" y="304800"/>
            <a:ext cx="8305800" cy="1143000"/>
          </a:xfrm>
        </p:spPr>
        <p:txBody>
          <a:bodyPr>
            <a:normAutofit fontScale="90000"/>
          </a:bodyPr>
          <a:lstStyle/>
          <a:p>
            <a:r>
              <a:rPr lang="en-US" dirty="0"/>
              <a:t>Suggested Skills for Project Managers</a:t>
            </a:r>
          </a:p>
        </p:txBody>
      </p:sp>
      <p:sp>
        <p:nvSpPr>
          <p:cNvPr id="41988" name="Footer Placeholder 5"/>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r>
              <a:rPr lang="en-US" dirty="0"/>
              <a:t>Information Technology Project Management, Seventh Edition</a:t>
            </a:r>
          </a:p>
        </p:txBody>
      </p:sp>
      <p:sp>
        <p:nvSpPr>
          <p:cNvPr id="5" name="Slide Number Placeholder 4"/>
          <p:cNvSpPr>
            <a:spLocks noGrp="1"/>
          </p:cNvSpPr>
          <p:nvPr>
            <p:ph type="sldNum" sz="quarter" idx="11"/>
          </p:nvPr>
        </p:nvSpPr>
        <p:spPr/>
        <p:txBody>
          <a:bodyPr/>
          <a:lstStyle/>
          <a:p>
            <a:pPr>
              <a:defRPr/>
            </a:pPr>
            <a:fld id="{FD36ECF7-8567-4808-B33A-1102952D5552}" type="slidenum">
              <a:rPr lang="en-US"/>
              <a:pPr>
                <a:defRPr/>
              </a:pPr>
              <a:t>20</a:t>
            </a:fld>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normAutofit fontScale="90000"/>
          </a:bodyPr>
          <a:lstStyle/>
          <a:p>
            <a:r>
              <a:rPr lang="en-US" sz="3500" dirty="0"/>
              <a:t>Table 1-3 Ten Most Important Skills and Competencies for Project Managers</a:t>
            </a:r>
          </a:p>
        </p:txBody>
      </p:sp>
      <p:sp>
        <p:nvSpPr>
          <p:cNvPr id="43011" name="Footer Placeholder 5"/>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pPr>
              <a:buFontTx/>
              <a:buNone/>
            </a:pPr>
            <a:r>
              <a:rPr lang="en-US" dirty="0"/>
              <a:t>Information Technology Project Management, Seventh Edition</a:t>
            </a:r>
          </a:p>
        </p:txBody>
      </p:sp>
      <p:sp>
        <p:nvSpPr>
          <p:cNvPr id="5" name="Slide Number Placeholder 4"/>
          <p:cNvSpPr>
            <a:spLocks noGrp="1"/>
          </p:cNvSpPr>
          <p:nvPr>
            <p:ph type="sldNum" sz="quarter" idx="11"/>
          </p:nvPr>
        </p:nvSpPr>
        <p:spPr/>
        <p:txBody>
          <a:bodyPr/>
          <a:lstStyle/>
          <a:p>
            <a:pPr>
              <a:buFontTx/>
              <a:buNone/>
              <a:defRPr/>
            </a:pPr>
            <a:fld id="{1F201878-C638-47B4-9B50-A9EAB8702767}" type="slidenum">
              <a:rPr lang="en-US"/>
              <a:pPr>
                <a:buFontTx/>
                <a:buNone/>
                <a:defRPr/>
              </a:pPr>
              <a:t>21</a:t>
            </a:fld>
            <a:endParaRPr lang="en-US" dirty="0"/>
          </a:p>
        </p:txBody>
      </p:sp>
      <p:sp>
        <p:nvSpPr>
          <p:cNvPr id="43012" name="Rectangle 7"/>
          <p:cNvSpPr>
            <a:spLocks noChangeArrowheads="1"/>
          </p:cNvSpPr>
          <p:nvPr/>
        </p:nvSpPr>
        <p:spPr bwMode="auto">
          <a:xfrm>
            <a:off x="685800" y="1676400"/>
            <a:ext cx="6705600" cy="3748088"/>
          </a:xfrm>
          <a:prstGeom prst="rect">
            <a:avLst/>
          </a:prstGeom>
          <a:noFill/>
          <a:ln w="9525">
            <a:noFill/>
            <a:miter lim="800000"/>
            <a:headEnd/>
            <a:tailEnd/>
          </a:ln>
        </p:spPr>
        <p:txBody>
          <a:bodyPr>
            <a:spAutoFit/>
          </a:bodyPr>
          <a:lstStyle/>
          <a:p>
            <a:pPr>
              <a:lnSpc>
                <a:spcPct val="90000"/>
              </a:lnSpc>
              <a:spcBef>
                <a:spcPct val="20000"/>
              </a:spcBef>
            </a:pPr>
            <a:r>
              <a:rPr lang="en-US" dirty="0"/>
              <a:t>1. People skills</a:t>
            </a:r>
          </a:p>
          <a:p>
            <a:pPr>
              <a:lnSpc>
                <a:spcPct val="90000"/>
              </a:lnSpc>
              <a:spcBef>
                <a:spcPct val="20000"/>
              </a:spcBef>
            </a:pPr>
            <a:r>
              <a:rPr lang="en-US" dirty="0"/>
              <a:t>2. Leadership</a:t>
            </a:r>
          </a:p>
          <a:p>
            <a:pPr>
              <a:lnSpc>
                <a:spcPct val="90000"/>
              </a:lnSpc>
              <a:spcBef>
                <a:spcPct val="20000"/>
              </a:spcBef>
            </a:pPr>
            <a:r>
              <a:rPr lang="en-US" dirty="0"/>
              <a:t>3. Listening</a:t>
            </a:r>
          </a:p>
          <a:p>
            <a:pPr>
              <a:lnSpc>
                <a:spcPct val="90000"/>
              </a:lnSpc>
              <a:spcBef>
                <a:spcPct val="20000"/>
              </a:spcBef>
            </a:pPr>
            <a:r>
              <a:rPr lang="en-US" dirty="0"/>
              <a:t>4. Integrity, ethical behavior, consistent</a:t>
            </a:r>
          </a:p>
          <a:p>
            <a:pPr>
              <a:lnSpc>
                <a:spcPct val="90000"/>
              </a:lnSpc>
              <a:spcBef>
                <a:spcPct val="20000"/>
              </a:spcBef>
            </a:pPr>
            <a:r>
              <a:rPr lang="en-US" dirty="0"/>
              <a:t>5. Strong at building trust</a:t>
            </a:r>
          </a:p>
          <a:p>
            <a:pPr>
              <a:lnSpc>
                <a:spcPct val="90000"/>
              </a:lnSpc>
              <a:spcBef>
                <a:spcPct val="20000"/>
              </a:spcBef>
            </a:pPr>
            <a:r>
              <a:rPr lang="en-US" dirty="0"/>
              <a:t>6. Verbal communication</a:t>
            </a:r>
          </a:p>
          <a:p>
            <a:pPr>
              <a:lnSpc>
                <a:spcPct val="90000"/>
              </a:lnSpc>
              <a:spcBef>
                <a:spcPct val="20000"/>
              </a:spcBef>
            </a:pPr>
            <a:r>
              <a:rPr lang="en-US" dirty="0"/>
              <a:t>7. Strong at building teams</a:t>
            </a:r>
          </a:p>
          <a:p>
            <a:pPr>
              <a:lnSpc>
                <a:spcPct val="90000"/>
              </a:lnSpc>
              <a:spcBef>
                <a:spcPct val="20000"/>
              </a:spcBef>
            </a:pPr>
            <a:r>
              <a:rPr lang="en-US" dirty="0"/>
              <a:t>8. Conflict resolution, conflict management</a:t>
            </a:r>
          </a:p>
          <a:p>
            <a:pPr>
              <a:lnSpc>
                <a:spcPct val="90000"/>
              </a:lnSpc>
              <a:spcBef>
                <a:spcPct val="20000"/>
              </a:spcBef>
            </a:pPr>
            <a:r>
              <a:rPr lang="en-US" dirty="0"/>
              <a:t>9. Critical thinking, problem solving</a:t>
            </a:r>
          </a:p>
          <a:p>
            <a:pPr>
              <a:lnSpc>
                <a:spcPct val="90000"/>
              </a:lnSpc>
              <a:spcBef>
                <a:spcPct val="20000"/>
              </a:spcBef>
            </a:pPr>
            <a:r>
              <a:rPr lang="en-US" dirty="0"/>
              <a:t>10. Understands, balances priorities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3"/>
          <p:cNvSpPr>
            <a:spLocks noGrp="1" noChangeArrowheads="1"/>
          </p:cNvSpPr>
          <p:nvPr>
            <p:ph idx="1"/>
          </p:nvPr>
        </p:nvSpPr>
        <p:spPr/>
        <p:txBody>
          <a:bodyPr/>
          <a:lstStyle/>
          <a:p>
            <a:pPr>
              <a:spcBef>
                <a:spcPct val="55000"/>
              </a:spcBef>
            </a:pPr>
            <a:r>
              <a:rPr lang="en-US" dirty="0"/>
              <a:t>Effective project managers provide leadership by example</a:t>
            </a:r>
          </a:p>
          <a:p>
            <a:pPr>
              <a:spcBef>
                <a:spcPct val="55000"/>
              </a:spcBef>
            </a:pPr>
            <a:r>
              <a:rPr lang="en-US" dirty="0"/>
              <a:t>A </a:t>
            </a:r>
            <a:r>
              <a:rPr lang="en-US" b="1" dirty="0"/>
              <a:t>leader</a:t>
            </a:r>
            <a:r>
              <a:rPr lang="en-US" dirty="0"/>
              <a:t> focuses on long-term goals and big-picture objectives while inspiring people to reach those goals</a:t>
            </a:r>
          </a:p>
          <a:p>
            <a:pPr>
              <a:spcBef>
                <a:spcPct val="55000"/>
              </a:spcBef>
            </a:pPr>
            <a:r>
              <a:rPr lang="en-US" dirty="0"/>
              <a:t>A </a:t>
            </a:r>
            <a:r>
              <a:rPr lang="en-US" b="1" dirty="0"/>
              <a:t>manager</a:t>
            </a:r>
            <a:r>
              <a:rPr lang="en-US" dirty="0"/>
              <a:t> deals with the day-to-day details of meeting specific goals</a:t>
            </a:r>
          </a:p>
          <a:p>
            <a:pPr>
              <a:spcBef>
                <a:spcPct val="55000"/>
              </a:spcBef>
            </a:pPr>
            <a:r>
              <a:rPr lang="en-US" dirty="0"/>
              <a:t>Project managers often take on the role of both leader and manager</a:t>
            </a:r>
          </a:p>
        </p:txBody>
      </p:sp>
      <p:sp>
        <p:nvSpPr>
          <p:cNvPr id="45058" name="Rectangle 2"/>
          <p:cNvSpPr>
            <a:spLocks noGrp="1" noChangeArrowheads="1"/>
          </p:cNvSpPr>
          <p:nvPr>
            <p:ph type="title"/>
          </p:nvPr>
        </p:nvSpPr>
        <p:spPr/>
        <p:txBody>
          <a:bodyPr/>
          <a:lstStyle/>
          <a:p>
            <a:r>
              <a:rPr lang="en-US" dirty="0"/>
              <a:t>Importance of Leadership Skills</a:t>
            </a:r>
          </a:p>
        </p:txBody>
      </p:sp>
      <p:sp>
        <p:nvSpPr>
          <p:cNvPr id="45060" name="Footer Placeholder 5"/>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r>
              <a:rPr lang="en-US" dirty="0"/>
              <a:t>Information Technology Project Management, Seventh Edition</a:t>
            </a:r>
          </a:p>
        </p:txBody>
      </p:sp>
      <p:sp>
        <p:nvSpPr>
          <p:cNvPr id="5" name="Slide Number Placeholder 4"/>
          <p:cNvSpPr>
            <a:spLocks noGrp="1"/>
          </p:cNvSpPr>
          <p:nvPr>
            <p:ph type="sldNum" sz="quarter" idx="11"/>
          </p:nvPr>
        </p:nvSpPr>
        <p:spPr/>
        <p:txBody>
          <a:bodyPr/>
          <a:lstStyle/>
          <a:p>
            <a:pPr>
              <a:defRPr/>
            </a:pPr>
            <a:fld id="{DEC959A6-48E5-415C-84F8-E933F11A099D}" type="slidenum">
              <a:rPr lang="en-US"/>
              <a:pPr>
                <a:defRPr/>
              </a:pPr>
              <a:t>22</a:t>
            </a:fld>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2" name="Content Placeholder 3"/>
          <p:cNvSpPr>
            <a:spLocks noGrp="1"/>
          </p:cNvSpPr>
          <p:nvPr>
            <p:ph idx="1"/>
          </p:nvPr>
        </p:nvSpPr>
        <p:spPr/>
        <p:txBody>
          <a:bodyPr/>
          <a:lstStyle/>
          <a:p>
            <a:r>
              <a:rPr lang="en-US" dirty="0"/>
              <a:t>The profession of project management is growing at a very rapid pace</a:t>
            </a:r>
          </a:p>
          <a:p>
            <a:r>
              <a:rPr lang="en-US" dirty="0"/>
              <a:t>It is helpful to understand the history of the field,  the role of professional societies like the Project Management Institute, and the growth in project management software</a:t>
            </a:r>
          </a:p>
        </p:txBody>
      </p:sp>
      <p:sp>
        <p:nvSpPr>
          <p:cNvPr id="48130" name="Title 1"/>
          <p:cNvSpPr>
            <a:spLocks noGrp="1"/>
          </p:cNvSpPr>
          <p:nvPr>
            <p:ph type="title"/>
          </p:nvPr>
        </p:nvSpPr>
        <p:spPr/>
        <p:txBody>
          <a:bodyPr>
            <a:normAutofit fontScale="90000"/>
          </a:bodyPr>
          <a:lstStyle/>
          <a:p>
            <a:r>
              <a:rPr lang="en-US" dirty="0"/>
              <a:t>The Project Management Profession</a:t>
            </a:r>
          </a:p>
        </p:txBody>
      </p:sp>
      <p:sp>
        <p:nvSpPr>
          <p:cNvPr id="48131" name="Footer Placeholder 2"/>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r>
              <a:rPr lang="en-US" dirty="0"/>
              <a:t>Information Technology Project Management, Seventh Edition</a:t>
            </a:r>
          </a:p>
        </p:txBody>
      </p:sp>
      <p:sp>
        <p:nvSpPr>
          <p:cNvPr id="5" name="Slide Number Placeholder 4"/>
          <p:cNvSpPr>
            <a:spLocks noGrp="1"/>
          </p:cNvSpPr>
          <p:nvPr>
            <p:ph type="sldNum" sz="quarter" idx="11"/>
          </p:nvPr>
        </p:nvSpPr>
        <p:spPr/>
        <p:txBody>
          <a:bodyPr/>
          <a:lstStyle/>
          <a:p>
            <a:pPr>
              <a:defRPr/>
            </a:pPr>
            <a:fld id="{FDE510E2-3781-4D46-AF2A-406AF0091381}" type="slidenum">
              <a:rPr lang="en-US"/>
              <a:pPr>
                <a:defRPr/>
              </a:pPr>
              <a:t>23</a:t>
            </a:fld>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066800"/>
            <a:ext cx="8534400" cy="5257800"/>
          </a:xfrm>
        </p:spPr>
        <p:txBody>
          <a:bodyPr/>
          <a:lstStyle/>
          <a:p>
            <a:r>
              <a:rPr lang="en-US" dirty="0"/>
              <a:t>Several global dynamics are forcing organizations to rethink their practices:</a:t>
            </a:r>
          </a:p>
          <a:p>
            <a:pPr lvl="1"/>
            <a:r>
              <a:rPr lang="en-US" dirty="0"/>
              <a:t>Talent development for project and program managers is a top concern</a:t>
            </a:r>
          </a:p>
          <a:p>
            <a:pPr lvl="1"/>
            <a:r>
              <a:rPr lang="en-US" dirty="0"/>
              <a:t>Good project portfolio management is crucial in tight economic conditions</a:t>
            </a:r>
          </a:p>
          <a:p>
            <a:pPr lvl="1"/>
            <a:r>
              <a:rPr lang="en-US" dirty="0"/>
              <a:t> Basic project management techniques are core competencies</a:t>
            </a:r>
          </a:p>
          <a:p>
            <a:pPr lvl="1"/>
            <a:r>
              <a:rPr lang="en-US" dirty="0"/>
              <a:t>Organizations want to use more agile approaches to project management</a:t>
            </a:r>
          </a:p>
          <a:p>
            <a:pPr lvl="1"/>
            <a:r>
              <a:rPr lang="en-US" dirty="0"/>
              <a:t>Benefits realization of projects is a key metric</a:t>
            </a:r>
          </a:p>
        </p:txBody>
      </p:sp>
      <p:sp>
        <p:nvSpPr>
          <p:cNvPr id="3" name="Title 2"/>
          <p:cNvSpPr>
            <a:spLocks noGrp="1"/>
          </p:cNvSpPr>
          <p:nvPr>
            <p:ph type="title"/>
          </p:nvPr>
        </p:nvSpPr>
        <p:spPr>
          <a:xfrm>
            <a:off x="457200" y="0"/>
            <a:ext cx="8229600" cy="1143000"/>
          </a:xfrm>
        </p:spPr>
        <p:txBody>
          <a:bodyPr/>
          <a:lstStyle/>
          <a:p>
            <a:r>
              <a:rPr lang="en-US" dirty="0"/>
              <a:t>Global Issues</a:t>
            </a:r>
          </a:p>
        </p:txBody>
      </p:sp>
      <p:sp>
        <p:nvSpPr>
          <p:cNvPr id="4" name="Footer Placeholder 3"/>
          <p:cNvSpPr>
            <a:spLocks noGrp="1"/>
          </p:cNvSpPr>
          <p:nvPr>
            <p:ph type="ftr" sz="quarter" idx="10"/>
          </p:nvPr>
        </p:nvSpPr>
        <p:spPr/>
        <p:txBody>
          <a:bodyPr/>
          <a:lstStyle/>
          <a:p>
            <a:pPr>
              <a:defRPr/>
            </a:pPr>
            <a:r>
              <a:rPr lang="en-US" dirty="0"/>
              <a:t>Information Technology Project Management, Seventh Edition</a:t>
            </a:r>
          </a:p>
        </p:txBody>
      </p:sp>
      <p:sp>
        <p:nvSpPr>
          <p:cNvPr id="5" name="Slide Number Placeholder 4"/>
          <p:cNvSpPr>
            <a:spLocks noGrp="1"/>
          </p:cNvSpPr>
          <p:nvPr>
            <p:ph type="sldNum" sz="quarter" idx="11"/>
          </p:nvPr>
        </p:nvSpPr>
        <p:spPr/>
        <p:txBody>
          <a:bodyPr/>
          <a:lstStyle/>
          <a:p>
            <a:pPr>
              <a:defRPr/>
            </a:pPr>
            <a:fld id="{1F8276A5-8D43-491D-83BE-00FCABAA1517}" type="slidenum">
              <a:rPr lang="en-US" smtClean="0"/>
              <a:pPr>
                <a:defRPr/>
              </a:pPr>
              <a:t>24</a:t>
            </a:fld>
            <a:endParaRPr lang="en-US" dirty="0"/>
          </a:p>
        </p:txBody>
      </p:sp>
    </p:spTree>
    <p:extLst>
      <p:ext uri="{BB962C8B-B14F-4D97-AF65-F5344CB8AC3E}">
        <p14:creationId xmlns:p14="http://schemas.microsoft.com/office/powerpoint/2010/main" val="38591663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3"/>
          <p:cNvSpPr>
            <a:spLocks noGrp="1" noChangeArrowheads="1"/>
          </p:cNvSpPr>
          <p:nvPr>
            <p:ph idx="1"/>
          </p:nvPr>
        </p:nvSpPr>
        <p:spPr/>
        <p:txBody>
          <a:bodyPr/>
          <a:lstStyle/>
          <a:p>
            <a:r>
              <a:rPr lang="en-US" dirty="0"/>
              <a:t>PMI provides certification as a </a:t>
            </a:r>
            <a:r>
              <a:rPr lang="en-US" b="1" dirty="0"/>
              <a:t>Project Management Professional</a:t>
            </a:r>
            <a:r>
              <a:rPr lang="en-US" dirty="0"/>
              <a:t> (</a:t>
            </a:r>
            <a:r>
              <a:rPr lang="en-US" b="1" dirty="0"/>
              <a:t>PMP</a:t>
            </a:r>
            <a:r>
              <a:rPr lang="en-US" dirty="0"/>
              <a:t>)</a:t>
            </a:r>
          </a:p>
          <a:p>
            <a:r>
              <a:rPr lang="en-US" dirty="0"/>
              <a:t>A PMP has documented sufficient project experience, agreed to follow a code of ethics, and passed the PMP exam</a:t>
            </a:r>
          </a:p>
          <a:p>
            <a:r>
              <a:rPr lang="en-US" dirty="0"/>
              <a:t>The number of people earning PMP certification is increasing quickly</a:t>
            </a:r>
          </a:p>
          <a:p>
            <a:r>
              <a:rPr lang="en-US" dirty="0"/>
              <a:t>PMI and other organizations offer additional certification programs (see Appendix B)</a:t>
            </a:r>
          </a:p>
          <a:p>
            <a:pPr>
              <a:lnSpc>
                <a:spcPct val="90000"/>
              </a:lnSpc>
            </a:pPr>
            <a:endParaRPr lang="en-US" dirty="0"/>
          </a:p>
        </p:txBody>
      </p:sp>
      <p:sp>
        <p:nvSpPr>
          <p:cNvPr id="53250" name="Rectangle 2"/>
          <p:cNvSpPr>
            <a:spLocks noGrp="1" noChangeArrowheads="1"/>
          </p:cNvSpPr>
          <p:nvPr>
            <p:ph type="title"/>
          </p:nvPr>
        </p:nvSpPr>
        <p:spPr/>
        <p:txBody>
          <a:bodyPr>
            <a:normAutofit fontScale="90000"/>
          </a:bodyPr>
          <a:lstStyle/>
          <a:p>
            <a:r>
              <a:rPr lang="en-US" dirty="0"/>
              <a:t>Project Management Certification</a:t>
            </a:r>
            <a:endParaRPr lang="en-US" sz="4800" dirty="0"/>
          </a:p>
        </p:txBody>
      </p:sp>
      <p:sp>
        <p:nvSpPr>
          <p:cNvPr id="53252" name="Footer Placeholder 5"/>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r>
              <a:rPr lang="en-US" dirty="0"/>
              <a:t>Information Technology Project Management, Seventh Edition</a:t>
            </a:r>
          </a:p>
        </p:txBody>
      </p:sp>
      <p:sp>
        <p:nvSpPr>
          <p:cNvPr id="5" name="Slide Number Placeholder 4"/>
          <p:cNvSpPr>
            <a:spLocks noGrp="1"/>
          </p:cNvSpPr>
          <p:nvPr>
            <p:ph type="sldNum" sz="quarter" idx="11"/>
          </p:nvPr>
        </p:nvSpPr>
        <p:spPr/>
        <p:txBody>
          <a:bodyPr/>
          <a:lstStyle/>
          <a:p>
            <a:pPr>
              <a:defRPr/>
            </a:pPr>
            <a:fld id="{FEA2818A-E5D0-46E1-BC85-9BA773441C31}" type="slidenum">
              <a:rPr lang="en-US"/>
              <a:pPr>
                <a:defRPr/>
              </a:pPr>
              <a:t>25</a:t>
            </a:fld>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381000" y="2969"/>
            <a:ext cx="8229600" cy="1143000"/>
          </a:xfrm>
        </p:spPr>
        <p:txBody>
          <a:bodyPr>
            <a:normAutofit fontScale="90000"/>
          </a:bodyPr>
          <a:lstStyle/>
          <a:p>
            <a:pPr fontAlgn="auto">
              <a:spcAft>
                <a:spcPts val="0"/>
              </a:spcAft>
              <a:defRPr/>
            </a:pPr>
            <a:r>
              <a:rPr lang="en-US" dirty="0"/>
              <a:t>Figure 1-9 Growth in PMP Certification, 1993-2011</a:t>
            </a:r>
          </a:p>
        </p:txBody>
      </p:sp>
      <p:sp>
        <p:nvSpPr>
          <p:cNvPr id="54275" name="Footer Placeholder 5"/>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pPr>
              <a:buFontTx/>
              <a:buNone/>
            </a:pPr>
            <a:r>
              <a:rPr lang="en-US" dirty="0"/>
              <a:t>Information Technology Project Management, Seventh Edition</a:t>
            </a:r>
          </a:p>
        </p:txBody>
      </p:sp>
      <p:sp>
        <p:nvSpPr>
          <p:cNvPr id="6" name="Slide Number Placeholder 5"/>
          <p:cNvSpPr>
            <a:spLocks noGrp="1"/>
          </p:cNvSpPr>
          <p:nvPr>
            <p:ph type="sldNum" sz="quarter" idx="11"/>
          </p:nvPr>
        </p:nvSpPr>
        <p:spPr/>
        <p:txBody>
          <a:bodyPr/>
          <a:lstStyle/>
          <a:p>
            <a:pPr>
              <a:buFontTx/>
              <a:buNone/>
              <a:defRPr/>
            </a:pPr>
            <a:fld id="{69AE74A6-F124-40D4-98A6-74087BBAA6A0}" type="slidenum">
              <a:rPr lang="en-US"/>
              <a:pPr>
                <a:buFontTx/>
                <a:buNone/>
                <a:defRPr/>
              </a:pPr>
              <a:t>26</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7400" y="1143000"/>
            <a:ext cx="5105400" cy="5285213"/>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3"/>
          <p:cNvSpPr>
            <a:spLocks noGrp="1" noChangeArrowheads="1"/>
          </p:cNvSpPr>
          <p:nvPr>
            <p:ph idx="1"/>
          </p:nvPr>
        </p:nvSpPr>
        <p:spPr>
          <a:xfrm>
            <a:off x="457200" y="1371600"/>
            <a:ext cx="8305800" cy="4572000"/>
          </a:xfrm>
        </p:spPr>
        <p:txBody>
          <a:bodyPr>
            <a:normAutofit fontScale="92500" lnSpcReduction="10000"/>
          </a:bodyPr>
          <a:lstStyle/>
          <a:p>
            <a:pPr marL="274320" indent="-274320" fontAlgn="auto">
              <a:spcBef>
                <a:spcPct val="100000"/>
              </a:spcBef>
              <a:spcAft>
                <a:spcPts val="0"/>
              </a:spcAft>
              <a:defRPr/>
            </a:pPr>
            <a:r>
              <a:rPr lang="en-US" b="1" dirty="0"/>
              <a:t>Ethics</a:t>
            </a:r>
            <a:r>
              <a:rPr lang="en-US" dirty="0"/>
              <a:t>, loosely defined, is a set of principles that guide our decision making based on personal values of what is “right” and “wrong”</a:t>
            </a:r>
          </a:p>
          <a:p>
            <a:pPr marL="274320" indent="-274320" fontAlgn="auto">
              <a:spcBef>
                <a:spcPct val="100000"/>
              </a:spcBef>
              <a:spcAft>
                <a:spcPts val="0"/>
              </a:spcAft>
              <a:defRPr/>
            </a:pPr>
            <a:r>
              <a:rPr lang="en-US" dirty="0"/>
              <a:t>Project managers often face ethical dilemmas</a:t>
            </a:r>
          </a:p>
          <a:p>
            <a:pPr marL="274320" indent="-274320" fontAlgn="auto">
              <a:spcBef>
                <a:spcPct val="100000"/>
              </a:spcBef>
              <a:spcAft>
                <a:spcPts val="0"/>
              </a:spcAft>
              <a:defRPr/>
            </a:pPr>
            <a:r>
              <a:rPr lang="en-US" dirty="0"/>
              <a:t>In order to earn PMP certification, applicants must agree to PMI’s Code of Ethics and Professional Conduct</a:t>
            </a:r>
          </a:p>
          <a:p>
            <a:pPr marL="274320" indent="-274320" fontAlgn="auto">
              <a:spcBef>
                <a:spcPct val="100000"/>
              </a:spcBef>
              <a:spcAft>
                <a:spcPts val="0"/>
              </a:spcAft>
              <a:defRPr/>
            </a:pPr>
            <a:r>
              <a:rPr lang="en-US" dirty="0"/>
              <a:t>Several questions on the PMP exam are related to professional responsibility, including ethics</a:t>
            </a:r>
          </a:p>
          <a:p>
            <a:pPr marL="274320" indent="-274320" fontAlgn="auto">
              <a:spcBef>
                <a:spcPts val="580"/>
              </a:spcBef>
              <a:spcAft>
                <a:spcPts val="0"/>
              </a:spcAft>
              <a:buFont typeface="Wingdings 2"/>
              <a:buChar char=""/>
              <a:defRPr/>
            </a:pPr>
            <a:endParaRPr lang="en-US" dirty="0"/>
          </a:p>
          <a:p>
            <a:pPr marL="274320" indent="-274320" fontAlgn="auto">
              <a:spcBef>
                <a:spcPts val="580"/>
              </a:spcBef>
              <a:spcAft>
                <a:spcPts val="0"/>
              </a:spcAft>
              <a:buFont typeface="Wingdings 2"/>
              <a:buChar char=""/>
              <a:defRPr/>
            </a:pPr>
            <a:endParaRPr lang="en-US" sz="2400" dirty="0"/>
          </a:p>
        </p:txBody>
      </p:sp>
      <p:sp>
        <p:nvSpPr>
          <p:cNvPr id="55298" name="Rectangle 2"/>
          <p:cNvSpPr>
            <a:spLocks noGrp="1" noChangeArrowheads="1"/>
          </p:cNvSpPr>
          <p:nvPr>
            <p:ph type="title"/>
          </p:nvPr>
        </p:nvSpPr>
        <p:spPr/>
        <p:txBody>
          <a:bodyPr/>
          <a:lstStyle/>
          <a:p>
            <a:r>
              <a:rPr lang="en-US" dirty="0"/>
              <a:t>Ethics in Project Management</a:t>
            </a:r>
          </a:p>
        </p:txBody>
      </p:sp>
      <p:sp>
        <p:nvSpPr>
          <p:cNvPr id="55300" name="Footer Placeholder 5"/>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r>
              <a:rPr lang="en-US" dirty="0"/>
              <a:t>Information Technology Project Management, Seventh Edition</a:t>
            </a:r>
          </a:p>
        </p:txBody>
      </p:sp>
      <p:sp>
        <p:nvSpPr>
          <p:cNvPr id="5" name="Slide Number Placeholder 4"/>
          <p:cNvSpPr>
            <a:spLocks noGrp="1"/>
          </p:cNvSpPr>
          <p:nvPr>
            <p:ph type="sldNum" sz="quarter" idx="11"/>
          </p:nvPr>
        </p:nvSpPr>
        <p:spPr/>
        <p:txBody>
          <a:bodyPr/>
          <a:lstStyle/>
          <a:p>
            <a:pPr>
              <a:defRPr/>
            </a:pPr>
            <a:fld id="{7C4046A5-BB2F-4E24-9CAE-1E52D13FE9F0}" type="slidenum">
              <a:rPr lang="en-US"/>
              <a:pPr>
                <a:defRPr/>
              </a:pPr>
              <a:t>27</a:t>
            </a:fld>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noChangeArrowheads="1"/>
          </p:cNvSpPr>
          <p:nvPr>
            <p:ph idx="1"/>
          </p:nvPr>
        </p:nvSpPr>
        <p:spPr>
          <a:xfrm>
            <a:off x="304800" y="1447800"/>
            <a:ext cx="8534400" cy="4876800"/>
          </a:xfrm>
        </p:spPr>
        <p:txBody>
          <a:bodyPr>
            <a:normAutofit/>
          </a:bodyPr>
          <a:lstStyle/>
          <a:p>
            <a:pPr marL="274320" indent="-274320" algn="just" fontAlgn="auto">
              <a:lnSpc>
                <a:spcPct val="90000"/>
              </a:lnSpc>
              <a:spcBef>
                <a:spcPts val="580"/>
              </a:spcBef>
              <a:spcAft>
                <a:spcPts val="0"/>
              </a:spcAft>
              <a:defRPr/>
            </a:pPr>
            <a:r>
              <a:rPr lang="en-US" dirty="0"/>
              <a:t>There are hundreds of different products to assist in performing project management</a:t>
            </a:r>
          </a:p>
          <a:p>
            <a:pPr marL="274320" indent="-274320" fontAlgn="auto">
              <a:lnSpc>
                <a:spcPct val="90000"/>
              </a:lnSpc>
              <a:spcBef>
                <a:spcPts val="580"/>
              </a:spcBef>
              <a:spcAft>
                <a:spcPts val="0"/>
              </a:spcAft>
              <a:defRPr/>
            </a:pPr>
            <a:r>
              <a:rPr lang="en-US" dirty="0"/>
              <a:t>Three main categories of tools:</a:t>
            </a:r>
          </a:p>
          <a:p>
            <a:pPr marL="548640" lvl="1" fontAlgn="auto">
              <a:lnSpc>
                <a:spcPct val="90000"/>
              </a:lnSpc>
              <a:spcBef>
                <a:spcPts val="370"/>
              </a:spcBef>
              <a:spcAft>
                <a:spcPts val="0"/>
              </a:spcAft>
              <a:defRPr/>
            </a:pPr>
            <a:r>
              <a:rPr lang="en-US" dirty="0"/>
              <a:t>Low-end tools: Handle single or smaller projects well, cost under $200 per user</a:t>
            </a:r>
          </a:p>
          <a:p>
            <a:pPr marL="548640" lvl="1" fontAlgn="auto">
              <a:lnSpc>
                <a:spcPct val="90000"/>
              </a:lnSpc>
              <a:spcBef>
                <a:spcPts val="370"/>
              </a:spcBef>
              <a:spcAft>
                <a:spcPts val="0"/>
              </a:spcAft>
              <a:defRPr/>
            </a:pPr>
            <a:r>
              <a:rPr lang="en-US" dirty="0"/>
              <a:t>Midrange tools:  Handle multiple projects and users, cost $200-$1,000 per user, Project 2010 most popular</a:t>
            </a:r>
          </a:p>
          <a:p>
            <a:pPr marL="548640" lvl="1" fontAlgn="auto">
              <a:lnSpc>
                <a:spcPct val="90000"/>
              </a:lnSpc>
              <a:spcBef>
                <a:spcPts val="370"/>
              </a:spcBef>
              <a:spcAft>
                <a:spcPts val="0"/>
              </a:spcAft>
              <a:defRPr/>
            </a:pPr>
            <a:r>
              <a:rPr lang="en-US" dirty="0"/>
              <a:t>High-end tools:  Also called enterprise project management software, often licensed on a per-user basis, like Microsoft Enterprise Project Management solution</a:t>
            </a:r>
          </a:p>
        </p:txBody>
      </p:sp>
      <p:sp>
        <p:nvSpPr>
          <p:cNvPr id="56322" name="Rectangle 2"/>
          <p:cNvSpPr>
            <a:spLocks noGrp="1" noChangeArrowheads="1"/>
          </p:cNvSpPr>
          <p:nvPr>
            <p:ph type="title"/>
          </p:nvPr>
        </p:nvSpPr>
        <p:spPr/>
        <p:txBody>
          <a:bodyPr/>
          <a:lstStyle/>
          <a:p>
            <a:r>
              <a:rPr lang="en-US" dirty="0"/>
              <a:t>Project Management Software</a:t>
            </a:r>
          </a:p>
        </p:txBody>
      </p:sp>
      <p:sp>
        <p:nvSpPr>
          <p:cNvPr id="56324" name="Footer Placeholder 5"/>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r>
              <a:rPr lang="en-US" dirty="0"/>
              <a:t>Information Technology Project Management, Seventh Edition</a:t>
            </a:r>
          </a:p>
        </p:txBody>
      </p:sp>
      <p:sp>
        <p:nvSpPr>
          <p:cNvPr id="5" name="Slide Number Placeholder 4"/>
          <p:cNvSpPr>
            <a:spLocks noGrp="1"/>
          </p:cNvSpPr>
          <p:nvPr>
            <p:ph type="sldNum" sz="quarter" idx="11"/>
          </p:nvPr>
        </p:nvSpPr>
        <p:spPr/>
        <p:txBody>
          <a:bodyPr/>
          <a:lstStyle/>
          <a:p>
            <a:pPr>
              <a:defRPr/>
            </a:pPr>
            <a:fld id="{9CAFCC4D-26DF-4CAA-AF9B-7B639F4E8463}" type="slidenum">
              <a:rPr lang="en-US"/>
              <a:pPr>
                <a:defRPr/>
              </a:pPr>
              <a:t>28</a:t>
            </a:fld>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5" name="Rectangle 3"/>
          <p:cNvSpPr>
            <a:spLocks noGrp="1" noChangeArrowheads="1"/>
          </p:cNvSpPr>
          <p:nvPr>
            <p:ph idx="1"/>
          </p:nvPr>
        </p:nvSpPr>
        <p:spPr>
          <a:xfrm>
            <a:off x="457200" y="1143000"/>
            <a:ext cx="8305800" cy="4876800"/>
          </a:xfrm>
        </p:spPr>
        <p:txBody>
          <a:bodyPr>
            <a:normAutofit fontScale="92500" lnSpcReduction="20000"/>
          </a:bodyPr>
          <a:lstStyle/>
          <a:p>
            <a:pPr marL="274320" indent="-274320" fontAlgn="auto">
              <a:spcBef>
                <a:spcPts val="580"/>
              </a:spcBef>
              <a:spcAft>
                <a:spcPts val="0"/>
              </a:spcAft>
              <a:defRPr/>
            </a:pPr>
            <a:r>
              <a:rPr lang="en-US" dirty="0"/>
              <a:t>A project is a temporary endeavor undertaken to create a unique product, service, or result</a:t>
            </a:r>
          </a:p>
          <a:p>
            <a:pPr marL="274320" indent="-274320" fontAlgn="auto">
              <a:spcBef>
                <a:spcPts val="580"/>
              </a:spcBef>
              <a:spcAft>
                <a:spcPts val="0"/>
              </a:spcAft>
              <a:defRPr/>
            </a:pPr>
            <a:r>
              <a:rPr lang="en-US" dirty="0"/>
              <a:t>Project management is the application of knowledge, skills, tools, and techniques to project activities to meet project requirements</a:t>
            </a:r>
          </a:p>
          <a:p>
            <a:pPr marL="274320" indent="-274320" fontAlgn="auto">
              <a:spcBef>
                <a:spcPts val="580"/>
              </a:spcBef>
              <a:spcAft>
                <a:spcPts val="0"/>
              </a:spcAft>
              <a:defRPr/>
            </a:pPr>
            <a:r>
              <a:rPr lang="en-US" dirty="0"/>
              <a:t>A program is a group of related projects managed in a coordinated way</a:t>
            </a:r>
          </a:p>
          <a:p>
            <a:pPr marL="274320" indent="-274320" fontAlgn="auto">
              <a:spcBef>
                <a:spcPts val="580"/>
              </a:spcBef>
              <a:spcAft>
                <a:spcPts val="0"/>
              </a:spcAft>
              <a:defRPr/>
            </a:pPr>
            <a:r>
              <a:rPr lang="en-US" dirty="0"/>
              <a:t>Project portfolio management involves organizing and managing projects and programs as a portfolio of investments</a:t>
            </a:r>
          </a:p>
          <a:p>
            <a:pPr marL="274320" indent="-274320" fontAlgn="auto">
              <a:spcBef>
                <a:spcPts val="580"/>
              </a:spcBef>
              <a:spcAft>
                <a:spcPts val="0"/>
              </a:spcAft>
              <a:defRPr/>
            </a:pPr>
            <a:r>
              <a:rPr lang="en-US" dirty="0"/>
              <a:t>Project managers play a key role in helping projects and organizations succeed</a:t>
            </a:r>
          </a:p>
          <a:p>
            <a:pPr marL="274320" indent="-274320" fontAlgn="auto">
              <a:spcBef>
                <a:spcPts val="580"/>
              </a:spcBef>
              <a:spcAft>
                <a:spcPts val="0"/>
              </a:spcAft>
              <a:defRPr/>
            </a:pPr>
            <a:r>
              <a:rPr lang="en-US" dirty="0"/>
              <a:t>The project management profession continues to grow and mature</a:t>
            </a:r>
          </a:p>
        </p:txBody>
      </p:sp>
      <p:sp>
        <p:nvSpPr>
          <p:cNvPr id="57346" name="Rectangle 2"/>
          <p:cNvSpPr>
            <a:spLocks noGrp="1" noChangeArrowheads="1"/>
          </p:cNvSpPr>
          <p:nvPr>
            <p:ph type="title"/>
          </p:nvPr>
        </p:nvSpPr>
        <p:spPr>
          <a:xfrm>
            <a:off x="457200" y="0"/>
            <a:ext cx="8229600" cy="1143000"/>
          </a:xfrm>
        </p:spPr>
        <p:txBody>
          <a:bodyPr/>
          <a:lstStyle/>
          <a:p>
            <a:r>
              <a:rPr lang="en-US" dirty="0"/>
              <a:t>Chapter Summary</a:t>
            </a:r>
          </a:p>
        </p:txBody>
      </p:sp>
      <p:sp>
        <p:nvSpPr>
          <p:cNvPr id="57348" name="Footer Placeholder 5"/>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r>
              <a:rPr lang="en-US" dirty="0"/>
              <a:t>Information Technology Project Management, Seventh Edition</a:t>
            </a:r>
          </a:p>
        </p:txBody>
      </p:sp>
      <p:sp>
        <p:nvSpPr>
          <p:cNvPr id="5" name="Slide Number Placeholder 4"/>
          <p:cNvSpPr>
            <a:spLocks noGrp="1"/>
          </p:cNvSpPr>
          <p:nvPr>
            <p:ph type="sldNum" sz="quarter" idx="11"/>
          </p:nvPr>
        </p:nvSpPr>
        <p:spPr/>
        <p:txBody>
          <a:bodyPr/>
          <a:lstStyle/>
          <a:p>
            <a:pPr>
              <a:defRPr/>
            </a:pPr>
            <a:fld id="{89D34CBA-0644-43DF-B9FE-3A54148FDEBE}" type="slidenum">
              <a:rPr lang="en-US"/>
              <a:pPr>
                <a:defRPr/>
              </a:pPr>
              <a:t>29</a:t>
            </a:fld>
            <a:endParaRPr lang="en-US" dirty="0"/>
          </a:p>
        </p:txBody>
      </p:sp>
    </p:spTree>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eme1">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2.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3.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4.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docProps/app.xml><?xml version="1.0" encoding="utf-8"?>
<Properties xmlns="http://schemas.openxmlformats.org/officeDocument/2006/extended-properties" xmlns:vt="http://schemas.openxmlformats.org/officeDocument/2006/docPropsVTypes">
  <Template/>
  <TotalTime>2110</TotalTime>
  <Words>1719</Words>
  <Application>Microsoft Office PowerPoint</Application>
  <PresentationFormat>全屏显示(4:3)</PresentationFormat>
  <Paragraphs>191</Paragraphs>
  <Slides>29</Slides>
  <Notes>1</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29</vt:i4>
      </vt:variant>
    </vt:vector>
  </HeadingPairs>
  <TitlesOfParts>
    <vt:vector size="40" baseType="lpstr">
      <vt:lpstr>Arial</vt:lpstr>
      <vt:lpstr>Arial Rounded MT Bold</vt:lpstr>
      <vt:lpstr>Calibri</vt:lpstr>
      <vt:lpstr>Lucida Sans Unicode</vt:lpstr>
      <vt:lpstr>Symbol</vt:lpstr>
      <vt:lpstr>Times New Roman</vt:lpstr>
      <vt:lpstr>Verdana</vt:lpstr>
      <vt:lpstr>Wingdings 2</vt:lpstr>
      <vt:lpstr>Wingdings 3</vt:lpstr>
      <vt:lpstr>Custom Design</vt:lpstr>
      <vt:lpstr>Theme1</vt:lpstr>
      <vt:lpstr>Chapter 1: Introduction to Project Management</vt:lpstr>
      <vt:lpstr>Learning Objectives</vt:lpstr>
      <vt:lpstr>Learning Objectives</vt:lpstr>
      <vt:lpstr>Introduction</vt:lpstr>
      <vt:lpstr>What Is a Project?</vt:lpstr>
      <vt:lpstr>Project Attributes</vt:lpstr>
      <vt:lpstr>Project and Program Managers</vt:lpstr>
      <vt:lpstr>Figure 1-1 The Triple Constraint of Project Management</vt:lpstr>
      <vt:lpstr>What is Project Management?</vt:lpstr>
      <vt:lpstr>Figure 1-2 Project Management Framework</vt:lpstr>
      <vt:lpstr>Project Stakeholders</vt:lpstr>
      <vt:lpstr>10 Project Management Knowledge Areas</vt:lpstr>
      <vt:lpstr>Project Management Tools and Techniques</vt:lpstr>
      <vt:lpstr>Project Success</vt:lpstr>
      <vt:lpstr>Program and Project Portfolio Management</vt:lpstr>
      <vt:lpstr>Project Portfolio Management</vt:lpstr>
      <vt:lpstr>Figure 1-3. Project Management Compared to Project Portfolio Management</vt:lpstr>
      <vt:lpstr>Figure 1-4. Sample Project Portfolio Approach</vt:lpstr>
      <vt:lpstr>The Role of the Project Manager</vt:lpstr>
      <vt:lpstr>Suggested Skills for Project Managers</vt:lpstr>
      <vt:lpstr>Table 1-3 Ten Most Important Skills and Competencies for Project Managers</vt:lpstr>
      <vt:lpstr>Importance of Leadership Skills</vt:lpstr>
      <vt:lpstr>The Project Management Profession</vt:lpstr>
      <vt:lpstr>Global Issues</vt:lpstr>
      <vt:lpstr>Project Management Certification</vt:lpstr>
      <vt:lpstr>Figure 1-9 Growth in PMP Certification, 1993-2011</vt:lpstr>
      <vt:lpstr>Ethics in Project Management</vt:lpstr>
      <vt:lpstr>Project Management Software</vt:lpstr>
      <vt:lpstr>Chapter Summary</vt:lpstr>
    </vt:vector>
  </TitlesOfParts>
  <Company>Augsburg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Information  Technology</dc:creator>
  <cp:lastModifiedBy>七七 许</cp:lastModifiedBy>
  <cp:revision>194</cp:revision>
  <dcterms:created xsi:type="dcterms:W3CDTF">2001-07-05T23:10:12Z</dcterms:created>
  <dcterms:modified xsi:type="dcterms:W3CDTF">2025-11-02T05:24:58Z</dcterms:modified>
</cp:coreProperties>
</file>